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0" r:id="rId1"/>
  </p:sldMasterIdLst>
  <p:sldIdLst>
    <p:sldId id="256" r:id="rId2"/>
  </p:sldIdLst>
  <p:sldSz cx="15613063" cy="50942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05" userDrawn="1">
          <p15:clr>
            <a:srgbClr val="A4A3A4"/>
          </p15:clr>
        </p15:guide>
        <p15:guide id="2" pos="49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6" y="1152"/>
      </p:cViewPr>
      <p:guideLst>
        <p:guide orient="horz" pos="1605"/>
        <p:guide pos="49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1633" y="833718"/>
            <a:ext cx="11709797" cy="1773567"/>
          </a:xfrm>
        </p:spPr>
        <p:txBody>
          <a:bodyPr anchor="b"/>
          <a:lstStyle>
            <a:lvl1pPr algn="ctr">
              <a:defRPr sz="445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633" y="2675681"/>
            <a:ext cx="11709797" cy="1229940"/>
          </a:xfrm>
        </p:spPr>
        <p:txBody>
          <a:bodyPr/>
          <a:lstStyle>
            <a:lvl1pPr marL="0" indent="0" algn="ctr">
              <a:buNone/>
              <a:defRPr sz="1783"/>
            </a:lvl1pPr>
            <a:lvl2pPr marL="339608" indent="0" algn="ctr">
              <a:buNone/>
              <a:defRPr sz="1486"/>
            </a:lvl2pPr>
            <a:lvl3pPr marL="679216" indent="0" algn="ctr">
              <a:buNone/>
              <a:defRPr sz="1337"/>
            </a:lvl3pPr>
            <a:lvl4pPr marL="1018824" indent="0" algn="ctr">
              <a:buNone/>
              <a:defRPr sz="1188"/>
            </a:lvl4pPr>
            <a:lvl5pPr marL="1358433" indent="0" algn="ctr">
              <a:buNone/>
              <a:defRPr sz="1188"/>
            </a:lvl5pPr>
            <a:lvl6pPr marL="1698041" indent="0" algn="ctr">
              <a:buNone/>
              <a:defRPr sz="1188"/>
            </a:lvl6pPr>
            <a:lvl7pPr marL="2037649" indent="0" algn="ctr">
              <a:buNone/>
              <a:defRPr sz="1188"/>
            </a:lvl7pPr>
            <a:lvl8pPr marL="2377257" indent="0" algn="ctr">
              <a:buNone/>
              <a:defRPr sz="1188"/>
            </a:lvl8pPr>
            <a:lvl9pPr marL="2716865" indent="0" algn="ctr">
              <a:buNone/>
              <a:defRPr sz="118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40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339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66" y="1270035"/>
            <a:ext cx="13466267" cy="2119082"/>
          </a:xfrm>
        </p:spPr>
        <p:txBody>
          <a:bodyPr anchor="b"/>
          <a:lstStyle>
            <a:lvl1pPr>
              <a:defRPr sz="445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66" y="3409164"/>
            <a:ext cx="13466267" cy="1114375"/>
          </a:xfrm>
        </p:spPr>
        <p:txBody>
          <a:bodyPr/>
          <a:lstStyle>
            <a:lvl1pPr marL="0" indent="0">
              <a:buNone/>
              <a:defRPr sz="1783">
                <a:solidFill>
                  <a:schemeClr val="tx1">
                    <a:tint val="75000"/>
                  </a:schemeClr>
                </a:solidFill>
              </a:defRPr>
            </a:lvl1pPr>
            <a:lvl2pPr marL="339608" indent="0">
              <a:buNone/>
              <a:defRPr sz="1486">
                <a:solidFill>
                  <a:schemeClr val="tx1">
                    <a:tint val="75000"/>
                  </a:schemeClr>
                </a:solidFill>
              </a:defRPr>
            </a:lvl2pPr>
            <a:lvl3pPr marL="679216" indent="0">
              <a:buNone/>
              <a:defRPr sz="1337">
                <a:solidFill>
                  <a:schemeClr val="tx1">
                    <a:tint val="75000"/>
                  </a:schemeClr>
                </a:solidFill>
              </a:defRPr>
            </a:lvl3pPr>
            <a:lvl4pPr marL="1018824" indent="0">
              <a:buNone/>
              <a:defRPr sz="1188">
                <a:solidFill>
                  <a:schemeClr val="tx1">
                    <a:tint val="75000"/>
                  </a:schemeClr>
                </a:solidFill>
              </a:defRPr>
            </a:lvl4pPr>
            <a:lvl5pPr marL="1358433" indent="0">
              <a:buNone/>
              <a:defRPr sz="1188">
                <a:solidFill>
                  <a:schemeClr val="tx1">
                    <a:tint val="75000"/>
                  </a:schemeClr>
                </a:solidFill>
              </a:defRPr>
            </a:lvl5pPr>
            <a:lvl6pPr marL="1698041" indent="0">
              <a:buNone/>
              <a:defRPr sz="1188">
                <a:solidFill>
                  <a:schemeClr val="tx1">
                    <a:tint val="75000"/>
                  </a:schemeClr>
                </a:solidFill>
              </a:defRPr>
            </a:lvl6pPr>
            <a:lvl7pPr marL="2037649" indent="0">
              <a:buNone/>
              <a:defRPr sz="1188">
                <a:solidFill>
                  <a:schemeClr val="tx1">
                    <a:tint val="75000"/>
                  </a:schemeClr>
                </a:solidFill>
              </a:defRPr>
            </a:lvl7pPr>
            <a:lvl8pPr marL="2377257" indent="0">
              <a:buNone/>
              <a:defRPr sz="1188">
                <a:solidFill>
                  <a:schemeClr val="tx1">
                    <a:tint val="75000"/>
                  </a:schemeClr>
                </a:solidFill>
              </a:defRPr>
            </a:lvl8pPr>
            <a:lvl9pPr marL="2716865" indent="0">
              <a:buNone/>
              <a:defRPr sz="11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724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3398" y="1356118"/>
            <a:ext cx="6635552" cy="32322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04113" y="1356118"/>
            <a:ext cx="6635552" cy="32322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4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432" y="271224"/>
            <a:ext cx="13466267" cy="98466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5432" y="1248808"/>
            <a:ext cx="6605057" cy="612022"/>
          </a:xfrm>
        </p:spPr>
        <p:txBody>
          <a:bodyPr anchor="b"/>
          <a:lstStyle>
            <a:lvl1pPr marL="0" indent="0">
              <a:buNone/>
              <a:defRPr sz="1783" b="1"/>
            </a:lvl1pPr>
            <a:lvl2pPr marL="339608" indent="0">
              <a:buNone/>
              <a:defRPr sz="1486" b="1"/>
            </a:lvl2pPr>
            <a:lvl3pPr marL="679216" indent="0">
              <a:buNone/>
              <a:defRPr sz="1337" b="1"/>
            </a:lvl3pPr>
            <a:lvl4pPr marL="1018824" indent="0">
              <a:buNone/>
              <a:defRPr sz="1188" b="1"/>
            </a:lvl4pPr>
            <a:lvl5pPr marL="1358433" indent="0">
              <a:buNone/>
              <a:defRPr sz="1188" b="1"/>
            </a:lvl5pPr>
            <a:lvl6pPr marL="1698041" indent="0">
              <a:buNone/>
              <a:defRPr sz="1188" b="1"/>
            </a:lvl6pPr>
            <a:lvl7pPr marL="2037649" indent="0">
              <a:buNone/>
              <a:defRPr sz="1188" b="1"/>
            </a:lvl7pPr>
            <a:lvl8pPr marL="2377257" indent="0">
              <a:buNone/>
              <a:defRPr sz="1188" b="1"/>
            </a:lvl8pPr>
            <a:lvl9pPr marL="2716865" indent="0">
              <a:buNone/>
              <a:defRPr sz="118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5432" y="1860830"/>
            <a:ext cx="6605057" cy="27370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04113" y="1248808"/>
            <a:ext cx="6637585" cy="612022"/>
          </a:xfrm>
        </p:spPr>
        <p:txBody>
          <a:bodyPr anchor="b"/>
          <a:lstStyle>
            <a:lvl1pPr marL="0" indent="0">
              <a:buNone/>
              <a:defRPr sz="1783" b="1"/>
            </a:lvl1pPr>
            <a:lvl2pPr marL="339608" indent="0">
              <a:buNone/>
              <a:defRPr sz="1486" b="1"/>
            </a:lvl2pPr>
            <a:lvl3pPr marL="679216" indent="0">
              <a:buNone/>
              <a:defRPr sz="1337" b="1"/>
            </a:lvl3pPr>
            <a:lvl4pPr marL="1018824" indent="0">
              <a:buNone/>
              <a:defRPr sz="1188" b="1"/>
            </a:lvl4pPr>
            <a:lvl5pPr marL="1358433" indent="0">
              <a:buNone/>
              <a:defRPr sz="1188" b="1"/>
            </a:lvl5pPr>
            <a:lvl6pPr marL="1698041" indent="0">
              <a:buNone/>
              <a:defRPr sz="1188" b="1"/>
            </a:lvl6pPr>
            <a:lvl7pPr marL="2037649" indent="0">
              <a:buNone/>
              <a:defRPr sz="1188" b="1"/>
            </a:lvl7pPr>
            <a:lvl8pPr marL="2377257" indent="0">
              <a:buNone/>
              <a:defRPr sz="1188" b="1"/>
            </a:lvl8pPr>
            <a:lvl9pPr marL="2716865" indent="0">
              <a:buNone/>
              <a:defRPr sz="118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04113" y="1860830"/>
            <a:ext cx="6637585" cy="27370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211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261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539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432" y="339619"/>
            <a:ext cx="5035619" cy="1188667"/>
          </a:xfrm>
        </p:spPr>
        <p:txBody>
          <a:bodyPr anchor="b"/>
          <a:lstStyle>
            <a:lvl1pPr>
              <a:defRPr sz="237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7585" y="733484"/>
            <a:ext cx="7904113" cy="3620246"/>
          </a:xfrm>
        </p:spPr>
        <p:txBody>
          <a:bodyPr/>
          <a:lstStyle>
            <a:lvl1pPr>
              <a:defRPr sz="2377"/>
            </a:lvl1pPr>
            <a:lvl2pPr>
              <a:defRPr sz="2080"/>
            </a:lvl2pPr>
            <a:lvl3pPr>
              <a:defRPr sz="1783"/>
            </a:lvl3pPr>
            <a:lvl4pPr>
              <a:defRPr sz="1486"/>
            </a:lvl4pPr>
            <a:lvl5pPr>
              <a:defRPr sz="1486"/>
            </a:lvl5pPr>
            <a:lvl6pPr>
              <a:defRPr sz="1486"/>
            </a:lvl6pPr>
            <a:lvl7pPr>
              <a:defRPr sz="1486"/>
            </a:lvl7pPr>
            <a:lvl8pPr>
              <a:defRPr sz="1486"/>
            </a:lvl8pPr>
            <a:lvl9pPr>
              <a:defRPr sz="148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432" y="1528286"/>
            <a:ext cx="5035619" cy="2831340"/>
          </a:xfrm>
        </p:spPr>
        <p:txBody>
          <a:bodyPr/>
          <a:lstStyle>
            <a:lvl1pPr marL="0" indent="0">
              <a:buNone/>
              <a:defRPr sz="1188"/>
            </a:lvl1pPr>
            <a:lvl2pPr marL="339608" indent="0">
              <a:buNone/>
              <a:defRPr sz="1040"/>
            </a:lvl2pPr>
            <a:lvl3pPr marL="679216" indent="0">
              <a:buNone/>
              <a:defRPr sz="891"/>
            </a:lvl3pPr>
            <a:lvl4pPr marL="1018824" indent="0">
              <a:buNone/>
              <a:defRPr sz="743"/>
            </a:lvl4pPr>
            <a:lvl5pPr marL="1358433" indent="0">
              <a:buNone/>
              <a:defRPr sz="743"/>
            </a:lvl5pPr>
            <a:lvl6pPr marL="1698041" indent="0">
              <a:buNone/>
              <a:defRPr sz="743"/>
            </a:lvl6pPr>
            <a:lvl7pPr marL="2037649" indent="0">
              <a:buNone/>
              <a:defRPr sz="743"/>
            </a:lvl7pPr>
            <a:lvl8pPr marL="2377257" indent="0">
              <a:buNone/>
              <a:defRPr sz="743"/>
            </a:lvl8pPr>
            <a:lvl9pPr marL="2716865" indent="0">
              <a:buNone/>
              <a:defRPr sz="74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2905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432" y="339619"/>
            <a:ext cx="5035619" cy="1188667"/>
          </a:xfrm>
        </p:spPr>
        <p:txBody>
          <a:bodyPr anchor="b"/>
          <a:lstStyle>
            <a:lvl1pPr>
              <a:defRPr sz="237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637585" y="733484"/>
            <a:ext cx="7904113" cy="3620246"/>
          </a:xfrm>
        </p:spPr>
        <p:txBody>
          <a:bodyPr anchor="t"/>
          <a:lstStyle>
            <a:lvl1pPr marL="0" indent="0">
              <a:buNone/>
              <a:defRPr sz="2377"/>
            </a:lvl1pPr>
            <a:lvl2pPr marL="339608" indent="0">
              <a:buNone/>
              <a:defRPr sz="2080"/>
            </a:lvl2pPr>
            <a:lvl3pPr marL="679216" indent="0">
              <a:buNone/>
              <a:defRPr sz="1783"/>
            </a:lvl3pPr>
            <a:lvl4pPr marL="1018824" indent="0">
              <a:buNone/>
              <a:defRPr sz="1486"/>
            </a:lvl4pPr>
            <a:lvl5pPr marL="1358433" indent="0">
              <a:buNone/>
              <a:defRPr sz="1486"/>
            </a:lvl5pPr>
            <a:lvl6pPr marL="1698041" indent="0">
              <a:buNone/>
              <a:defRPr sz="1486"/>
            </a:lvl6pPr>
            <a:lvl7pPr marL="2037649" indent="0">
              <a:buNone/>
              <a:defRPr sz="1486"/>
            </a:lvl7pPr>
            <a:lvl8pPr marL="2377257" indent="0">
              <a:buNone/>
              <a:defRPr sz="1486"/>
            </a:lvl8pPr>
            <a:lvl9pPr marL="2716865" indent="0">
              <a:buNone/>
              <a:defRPr sz="1486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432" y="1528286"/>
            <a:ext cx="5035619" cy="2831340"/>
          </a:xfrm>
        </p:spPr>
        <p:txBody>
          <a:bodyPr/>
          <a:lstStyle>
            <a:lvl1pPr marL="0" indent="0">
              <a:buNone/>
              <a:defRPr sz="1188"/>
            </a:lvl1pPr>
            <a:lvl2pPr marL="339608" indent="0">
              <a:buNone/>
              <a:defRPr sz="1040"/>
            </a:lvl2pPr>
            <a:lvl3pPr marL="679216" indent="0">
              <a:buNone/>
              <a:defRPr sz="891"/>
            </a:lvl3pPr>
            <a:lvl4pPr marL="1018824" indent="0">
              <a:buNone/>
              <a:defRPr sz="743"/>
            </a:lvl4pPr>
            <a:lvl5pPr marL="1358433" indent="0">
              <a:buNone/>
              <a:defRPr sz="743"/>
            </a:lvl5pPr>
            <a:lvl6pPr marL="1698041" indent="0">
              <a:buNone/>
              <a:defRPr sz="743"/>
            </a:lvl6pPr>
            <a:lvl7pPr marL="2037649" indent="0">
              <a:buNone/>
              <a:defRPr sz="743"/>
            </a:lvl7pPr>
            <a:lvl8pPr marL="2377257" indent="0">
              <a:buNone/>
              <a:defRPr sz="743"/>
            </a:lvl8pPr>
            <a:lvl9pPr marL="2716865" indent="0">
              <a:buNone/>
              <a:defRPr sz="74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378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659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173098" y="271223"/>
            <a:ext cx="3366567" cy="431717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73398" y="271223"/>
            <a:ext cx="9904537" cy="431717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165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73398" y="271224"/>
            <a:ext cx="13466267" cy="9846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3398" y="1356118"/>
            <a:ext cx="13466267" cy="32322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73398" y="4721650"/>
            <a:ext cx="3512939" cy="271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71827" y="4721650"/>
            <a:ext cx="5269409" cy="271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26726" y="4721650"/>
            <a:ext cx="3512939" cy="271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103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679216" rtl="0" eaLnBrk="1" latinLnBrk="0" hangingPunct="1">
        <a:lnSpc>
          <a:spcPct val="90000"/>
        </a:lnSpc>
        <a:spcBef>
          <a:spcPct val="0"/>
        </a:spcBef>
        <a:buNone/>
        <a:defRPr sz="32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9804" indent="-169804" algn="l" defTabSz="679216" rtl="0" eaLnBrk="1" latinLnBrk="0" hangingPunct="1">
        <a:lnSpc>
          <a:spcPct val="90000"/>
        </a:lnSpc>
        <a:spcBef>
          <a:spcPts val="743"/>
        </a:spcBef>
        <a:buFont typeface="Arial" panose="020B0604020202020204" pitchFamily="34" charset="0"/>
        <a:buChar char="•"/>
        <a:defRPr sz="208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indent="-169804" algn="l" defTabSz="679216" rtl="0" eaLnBrk="1" latinLnBrk="0" hangingPunct="1">
        <a:lnSpc>
          <a:spcPct val="90000"/>
        </a:lnSpc>
        <a:spcBef>
          <a:spcPts val="371"/>
        </a:spcBef>
        <a:buFont typeface="Arial" panose="020B0604020202020204" pitchFamily="34" charset="0"/>
        <a:buChar char="•"/>
        <a:defRPr sz="1783" kern="1200">
          <a:solidFill>
            <a:schemeClr val="tx1"/>
          </a:solidFill>
          <a:latin typeface="+mn-lt"/>
          <a:ea typeface="+mn-ea"/>
          <a:cs typeface="+mn-cs"/>
        </a:defRPr>
      </a:lvl2pPr>
      <a:lvl3pPr marL="849020" indent="-169804" algn="l" defTabSz="679216" rtl="0" eaLnBrk="1" latinLnBrk="0" hangingPunct="1">
        <a:lnSpc>
          <a:spcPct val="90000"/>
        </a:lnSpc>
        <a:spcBef>
          <a:spcPts val="371"/>
        </a:spcBef>
        <a:buFont typeface="Arial" panose="020B0604020202020204" pitchFamily="34" charset="0"/>
        <a:buChar char="•"/>
        <a:defRPr sz="1486" kern="1200">
          <a:solidFill>
            <a:schemeClr val="tx1"/>
          </a:solidFill>
          <a:latin typeface="+mn-lt"/>
          <a:ea typeface="+mn-ea"/>
          <a:cs typeface="+mn-cs"/>
        </a:defRPr>
      </a:lvl3pPr>
      <a:lvl4pPr marL="1188629" indent="-169804" algn="l" defTabSz="679216" rtl="0" eaLnBrk="1" latinLnBrk="0" hangingPunct="1">
        <a:lnSpc>
          <a:spcPct val="90000"/>
        </a:lnSpc>
        <a:spcBef>
          <a:spcPts val="371"/>
        </a:spcBef>
        <a:buFont typeface="Arial" panose="020B0604020202020204" pitchFamily="34" charset="0"/>
        <a:buChar char="•"/>
        <a:defRPr sz="1337" kern="1200">
          <a:solidFill>
            <a:schemeClr val="tx1"/>
          </a:solidFill>
          <a:latin typeface="+mn-lt"/>
          <a:ea typeface="+mn-ea"/>
          <a:cs typeface="+mn-cs"/>
        </a:defRPr>
      </a:lvl4pPr>
      <a:lvl5pPr marL="1528237" indent="-169804" algn="l" defTabSz="679216" rtl="0" eaLnBrk="1" latinLnBrk="0" hangingPunct="1">
        <a:lnSpc>
          <a:spcPct val="90000"/>
        </a:lnSpc>
        <a:spcBef>
          <a:spcPts val="371"/>
        </a:spcBef>
        <a:buFont typeface="Arial" panose="020B0604020202020204" pitchFamily="34" charset="0"/>
        <a:buChar char="•"/>
        <a:defRPr sz="1337" kern="1200">
          <a:solidFill>
            <a:schemeClr val="tx1"/>
          </a:solidFill>
          <a:latin typeface="+mn-lt"/>
          <a:ea typeface="+mn-ea"/>
          <a:cs typeface="+mn-cs"/>
        </a:defRPr>
      </a:lvl5pPr>
      <a:lvl6pPr marL="1867845" indent="-169804" algn="l" defTabSz="679216" rtl="0" eaLnBrk="1" latinLnBrk="0" hangingPunct="1">
        <a:lnSpc>
          <a:spcPct val="90000"/>
        </a:lnSpc>
        <a:spcBef>
          <a:spcPts val="371"/>
        </a:spcBef>
        <a:buFont typeface="Arial" panose="020B0604020202020204" pitchFamily="34" charset="0"/>
        <a:buChar char="•"/>
        <a:defRPr sz="1337" kern="1200">
          <a:solidFill>
            <a:schemeClr val="tx1"/>
          </a:solidFill>
          <a:latin typeface="+mn-lt"/>
          <a:ea typeface="+mn-ea"/>
          <a:cs typeface="+mn-cs"/>
        </a:defRPr>
      </a:lvl6pPr>
      <a:lvl7pPr marL="2207453" indent="-169804" algn="l" defTabSz="679216" rtl="0" eaLnBrk="1" latinLnBrk="0" hangingPunct="1">
        <a:lnSpc>
          <a:spcPct val="90000"/>
        </a:lnSpc>
        <a:spcBef>
          <a:spcPts val="371"/>
        </a:spcBef>
        <a:buFont typeface="Arial" panose="020B0604020202020204" pitchFamily="34" charset="0"/>
        <a:buChar char="•"/>
        <a:defRPr sz="1337" kern="1200">
          <a:solidFill>
            <a:schemeClr val="tx1"/>
          </a:solidFill>
          <a:latin typeface="+mn-lt"/>
          <a:ea typeface="+mn-ea"/>
          <a:cs typeface="+mn-cs"/>
        </a:defRPr>
      </a:lvl7pPr>
      <a:lvl8pPr marL="2547061" indent="-169804" algn="l" defTabSz="679216" rtl="0" eaLnBrk="1" latinLnBrk="0" hangingPunct="1">
        <a:lnSpc>
          <a:spcPct val="90000"/>
        </a:lnSpc>
        <a:spcBef>
          <a:spcPts val="371"/>
        </a:spcBef>
        <a:buFont typeface="Arial" panose="020B0604020202020204" pitchFamily="34" charset="0"/>
        <a:buChar char="•"/>
        <a:defRPr sz="1337" kern="1200">
          <a:solidFill>
            <a:schemeClr val="tx1"/>
          </a:solidFill>
          <a:latin typeface="+mn-lt"/>
          <a:ea typeface="+mn-ea"/>
          <a:cs typeface="+mn-cs"/>
        </a:defRPr>
      </a:lvl8pPr>
      <a:lvl9pPr marL="2886669" indent="-169804" algn="l" defTabSz="679216" rtl="0" eaLnBrk="1" latinLnBrk="0" hangingPunct="1">
        <a:lnSpc>
          <a:spcPct val="90000"/>
        </a:lnSpc>
        <a:spcBef>
          <a:spcPts val="371"/>
        </a:spcBef>
        <a:buFont typeface="Arial" panose="020B0604020202020204" pitchFamily="34" charset="0"/>
        <a:buChar char="•"/>
        <a:defRPr sz="1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9216" rtl="0" eaLnBrk="1" latinLnBrk="0" hangingPunct="1">
        <a:defRPr sz="1337" kern="1200">
          <a:solidFill>
            <a:schemeClr val="tx1"/>
          </a:solidFill>
          <a:latin typeface="+mn-lt"/>
          <a:ea typeface="+mn-ea"/>
          <a:cs typeface="+mn-cs"/>
        </a:defRPr>
      </a:lvl1pPr>
      <a:lvl2pPr marL="339608" algn="l" defTabSz="679216" rtl="0" eaLnBrk="1" latinLnBrk="0" hangingPunct="1">
        <a:defRPr sz="1337" kern="1200">
          <a:solidFill>
            <a:schemeClr val="tx1"/>
          </a:solidFill>
          <a:latin typeface="+mn-lt"/>
          <a:ea typeface="+mn-ea"/>
          <a:cs typeface="+mn-cs"/>
        </a:defRPr>
      </a:lvl2pPr>
      <a:lvl3pPr marL="679216" algn="l" defTabSz="679216" rtl="0" eaLnBrk="1" latinLnBrk="0" hangingPunct="1">
        <a:defRPr sz="1337" kern="1200">
          <a:solidFill>
            <a:schemeClr val="tx1"/>
          </a:solidFill>
          <a:latin typeface="+mn-lt"/>
          <a:ea typeface="+mn-ea"/>
          <a:cs typeface="+mn-cs"/>
        </a:defRPr>
      </a:lvl3pPr>
      <a:lvl4pPr marL="1018824" algn="l" defTabSz="679216" rtl="0" eaLnBrk="1" latinLnBrk="0" hangingPunct="1">
        <a:defRPr sz="1337" kern="1200">
          <a:solidFill>
            <a:schemeClr val="tx1"/>
          </a:solidFill>
          <a:latin typeface="+mn-lt"/>
          <a:ea typeface="+mn-ea"/>
          <a:cs typeface="+mn-cs"/>
        </a:defRPr>
      </a:lvl4pPr>
      <a:lvl5pPr marL="1358433" algn="l" defTabSz="679216" rtl="0" eaLnBrk="1" latinLnBrk="0" hangingPunct="1">
        <a:defRPr sz="1337" kern="1200">
          <a:solidFill>
            <a:schemeClr val="tx1"/>
          </a:solidFill>
          <a:latin typeface="+mn-lt"/>
          <a:ea typeface="+mn-ea"/>
          <a:cs typeface="+mn-cs"/>
        </a:defRPr>
      </a:lvl5pPr>
      <a:lvl6pPr marL="1698041" algn="l" defTabSz="679216" rtl="0" eaLnBrk="1" latinLnBrk="0" hangingPunct="1">
        <a:defRPr sz="1337" kern="1200">
          <a:solidFill>
            <a:schemeClr val="tx1"/>
          </a:solidFill>
          <a:latin typeface="+mn-lt"/>
          <a:ea typeface="+mn-ea"/>
          <a:cs typeface="+mn-cs"/>
        </a:defRPr>
      </a:lvl6pPr>
      <a:lvl7pPr marL="2037649" algn="l" defTabSz="679216" rtl="0" eaLnBrk="1" latinLnBrk="0" hangingPunct="1">
        <a:defRPr sz="1337" kern="1200">
          <a:solidFill>
            <a:schemeClr val="tx1"/>
          </a:solidFill>
          <a:latin typeface="+mn-lt"/>
          <a:ea typeface="+mn-ea"/>
          <a:cs typeface="+mn-cs"/>
        </a:defRPr>
      </a:lvl7pPr>
      <a:lvl8pPr marL="2377257" algn="l" defTabSz="679216" rtl="0" eaLnBrk="1" latinLnBrk="0" hangingPunct="1">
        <a:defRPr sz="1337" kern="1200">
          <a:solidFill>
            <a:schemeClr val="tx1"/>
          </a:solidFill>
          <a:latin typeface="+mn-lt"/>
          <a:ea typeface="+mn-ea"/>
          <a:cs typeface="+mn-cs"/>
        </a:defRPr>
      </a:lvl8pPr>
      <a:lvl9pPr marL="2716865" algn="l" defTabSz="679216" rtl="0" eaLnBrk="1" latinLnBrk="0" hangingPunct="1">
        <a:defRPr sz="1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7A93A3B-16DF-3F10-E947-0D7350D7DC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2" y="119042"/>
            <a:ext cx="7709356" cy="485620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A6E07F3-0AA8-D912-74EC-91B5705006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534" y="119044"/>
            <a:ext cx="7709355" cy="485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960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173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li lin</cp:lastModifiedBy>
  <cp:revision>6</cp:revision>
  <dcterms:created xsi:type="dcterms:W3CDTF">2023-08-09T12:44:00Z</dcterms:created>
  <dcterms:modified xsi:type="dcterms:W3CDTF">2026-06-30T08:53:11Z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