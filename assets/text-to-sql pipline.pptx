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1"/>
  </p:sldMasterIdLst>
  <p:sldIdLst>
    <p:sldId id="256" r:id="rId2"/>
  </p:sldIdLst>
  <p:sldSz cx="13271500" cy="43370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6" userDrawn="1">
          <p15:clr>
            <a:srgbClr val="A4A3A4"/>
          </p15:clr>
        </p15:guide>
        <p15:guide id="2" pos="41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104" y="1152"/>
      </p:cViewPr>
      <p:guideLst>
        <p:guide orient="horz" pos="1366"/>
        <p:guide pos="41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8938" y="709791"/>
            <a:ext cx="9953625" cy="1509936"/>
          </a:xfrm>
        </p:spPr>
        <p:txBody>
          <a:bodyPr anchor="b"/>
          <a:lstStyle>
            <a:lvl1pPr algn="ctr">
              <a:defRPr sz="379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8938" y="2277956"/>
            <a:ext cx="9953625" cy="1047116"/>
          </a:xfrm>
        </p:spPr>
        <p:txBody>
          <a:bodyPr/>
          <a:lstStyle>
            <a:lvl1pPr marL="0" indent="0" algn="ctr">
              <a:buNone/>
              <a:defRPr sz="1518"/>
            </a:lvl1pPr>
            <a:lvl2pPr marL="289133" indent="0" algn="ctr">
              <a:buNone/>
              <a:defRPr sz="1265"/>
            </a:lvl2pPr>
            <a:lvl3pPr marL="578267" indent="0" algn="ctr">
              <a:buNone/>
              <a:defRPr sz="1138"/>
            </a:lvl3pPr>
            <a:lvl4pPr marL="867400" indent="0" algn="ctr">
              <a:buNone/>
              <a:defRPr sz="1012"/>
            </a:lvl4pPr>
            <a:lvl5pPr marL="1156533" indent="0" algn="ctr">
              <a:buNone/>
              <a:defRPr sz="1012"/>
            </a:lvl5pPr>
            <a:lvl6pPr marL="1445666" indent="0" algn="ctr">
              <a:buNone/>
              <a:defRPr sz="1012"/>
            </a:lvl6pPr>
            <a:lvl7pPr marL="1734800" indent="0" algn="ctr">
              <a:buNone/>
              <a:defRPr sz="1012"/>
            </a:lvl7pPr>
            <a:lvl8pPr marL="2023933" indent="0" algn="ctr">
              <a:buNone/>
              <a:defRPr sz="1012"/>
            </a:lvl8pPr>
            <a:lvl9pPr marL="2313066" indent="0" algn="ctr">
              <a:buNone/>
              <a:defRPr sz="101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8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080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503" y="1081251"/>
            <a:ext cx="11446669" cy="1804092"/>
          </a:xfrm>
        </p:spPr>
        <p:txBody>
          <a:bodyPr anchor="b"/>
          <a:lstStyle>
            <a:lvl1pPr>
              <a:defRPr sz="379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5503" y="2902411"/>
            <a:ext cx="11446669" cy="948729"/>
          </a:xfrm>
        </p:spPr>
        <p:txBody>
          <a:bodyPr/>
          <a:lstStyle>
            <a:lvl1pPr marL="0" indent="0">
              <a:buNone/>
              <a:defRPr sz="1518">
                <a:solidFill>
                  <a:schemeClr val="tx1">
                    <a:tint val="75000"/>
                  </a:schemeClr>
                </a:solidFill>
              </a:defRPr>
            </a:lvl1pPr>
            <a:lvl2pPr marL="289133" indent="0">
              <a:buNone/>
              <a:defRPr sz="1265">
                <a:solidFill>
                  <a:schemeClr val="tx1">
                    <a:tint val="75000"/>
                  </a:schemeClr>
                </a:solidFill>
              </a:defRPr>
            </a:lvl2pPr>
            <a:lvl3pPr marL="578267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3pPr>
            <a:lvl4pPr marL="867400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4pPr>
            <a:lvl5pPr marL="1156533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5pPr>
            <a:lvl6pPr marL="1445666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6pPr>
            <a:lvl7pPr marL="1734800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7pPr>
            <a:lvl8pPr marL="2023933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8pPr>
            <a:lvl9pPr marL="2313066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766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2415" y="1154539"/>
            <a:ext cx="5640388" cy="27518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697" y="1154539"/>
            <a:ext cx="5640388" cy="27518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861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44" y="230908"/>
            <a:ext cx="11446669" cy="8382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45" y="1063180"/>
            <a:ext cx="5614466" cy="521048"/>
          </a:xfrm>
        </p:spPr>
        <p:txBody>
          <a:bodyPr anchor="b"/>
          <a:lstStyle>
            <a:lvl1pPr marL="0" indent="0">
              <a:buNone/>
              <a:defRPr sz="1518" b="1"/>
            </a:lvl1pPr>
            <a:lvl2pPr marL="289133" indent="0">
              <a:buNone/>
              <a:defRPr sz="1265" b="1"/>
            </a:lvl2pPr>
            <a:lvl3pPr marL="578267" indent="0">
              <a:buNone/>
              <a:defRPr sz="1138" b="1"/>
            </a:lvl3pPr>
            <a:lvl4pPr marL="867400" indent="0">
              <a:buNone/>
              <a:defRPr sz="1012" b="1"/>
            </a:lvl4pPr>
            <a:lvl5pPr marL="1156533" indent="0">
              <a:buNone/>
              <a:defRPr sz="1012" b="1"/>
            </a:lvl5pPr>
            <a:lvl6pPr marL="1445666" indent="0">
              <a:buNone/>
              <a:defRPr sz="1012" b="1"/>
            </a:lvl6pPr>
            <a:lvl7pPr marL="1734800" indent="0">
              <a:buNone/>
              <a:defRPr sz="1012" b="1"/>
            </a:lvl7pPr>
            <a:lvl8pPr marL="2023933" indent="0">
              <a:buNone/>
              <a:defRPr sz="1012" b="1"/>
            </a:lvl8pPr>
            <a:lvl9pPr marL="2313066" indent="0">
              <a:buNone/>
              <a:defRPr sz="10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145" y="1584228"/>
            <a:ext cx="5614466" cy="233016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18697" y="1063180"/>
            <a:ext cx="5642116" cy="521048"/>
          </a:xfrm>
        </p:spPr>
        <p:txBody>
          <a:bodyPr anchor="b"/>
          <a:lstStyle>
            <a:lvl1pPr marL="0" indent="0">
              <a:buNone/>
              <a:defRPr sz="1518" b="1"/>
            </a:lvl1pPr>
            <a:lvl2pPr marL="289133" indent="0">
              <a:buNone/>
              <a:defRPr sz="1265" b="1"/>
            </a:lvl2pPr>
            <a:lvl3pPr marL="578267" indent="0">
              <a:buNone/>
              <a:defRPr sz="1138" b="1"/>
            </a:lvl3pPr>
            <a:lvl4pPr marL="867400" indent="0">
              <a:buNone/>
              <a:defRPr sz="1012" b="1"/>
            </a:lvl4pPr>
            <a:lvl5pPr marL="1156533" indent="0">
              <a:buNone/>
              <a:defRPr sz="1012" b="1"/>
            </a:lvl5pPr>
            <a:lvl6pPr marL="1445666" indent="0">
              <a:buNone/>
              <a:defRPr sz="1012" b="1"/>
            </a:lvl6pPr>
            <a:lvl7pPr marL="1734800" indent="0">
              <a:buNone/>
              <a:defRPr sz="1012" b="1"/>
            </a:lvl7pPr>
            <a:lvl8pPr marL="2023933" indent="0">
              <a:buNone/>
              <a:defRPr sz="1012" b="1"/>
            </a:lvl8pPr>
            <a:lvl9pPr marL="2313066" indent="0">
              <a:buNone/>
              <a:defRPr sz="10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18697" y="1584228"/>
            <a:ext cx="5642116" cy="233016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190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92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78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45" y="289137"/>
            <a:ext cx="4280404" cy="1011978"/>
          </a:xfrm>
        </p:spPr>
        <p:txBody>
          <a:bodyPr anchor="b"/>
          <a:lstStyle>
            <a:lvl1pPr>
              <a:defRPr sz="2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2116" y="624455"/>
            <a:ext cx="6718697" cy="3082117"/>
          </a:xfrm>
        </p:spPr>
        <p:txBody>
          <a:bodyPr/>
          <a:lstStyle>
            <a:lvl1pPr>
              <a:defRPr sz="2024"/>
            </a:lvl1pPr>
            <a:lvl2pPr>
              <a:defRPr sz="1771"/>
            </a:lvl2pPr>
            <a:lvl3pPr>
              <a:defRPr sz="1518"/>
            </a:lvl3pPr>
            <a:lvl4pPr>
              <a:defRPr sz="1265"/>
            </a:lvl4pPr>
            <a:lvl5pPr>
              <a:defRPr sz="1265"/>
            </a:lvl5pPr>
            <a:lvl6pPr>
              <a:defRPr sz="1265"/>
            </a:lvl6pPr>
            <a:lvl7pPr>
              <a:defRPr sz="1265"/>
            </a:lvl7pPr>
            <a:lvl8pPr>
              <a:defRPr sz="1265"/>
            </a:lvl8pPr>
            <a:lvl9pPr>
              <a:defRPr sz="126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145" y="1301115"/>
            <a:ext cx="4280404" cy="2410476"/>
          </a:xfrm>
        </p:spPr>
        <p:txBody>
          <a:bodyPr/>
          <a:lstStyle>
            <a:lvl1pPr marL="0" indent="0">
              <a:buNone/>
              <a:defRPr sz="1012"/>
            </a:lvl1pPr>
            <a:lvl2pPr marL="289133" indent="0">
              <a:buNone/>
              <a:defRPr sz="885"/>
            </a:lvl2pPr>
            <a:lvl3pPr marL="578267" indent="0">
              <a:buNone/>
              <a:defRPr sz="759"/>
            </a:lvl3pPr>
            <a:lvl4pPr marL="867400" indent="0">
              <a:buNone/>
              <a:defRPr sz="632"/>
            </a:lvl4pPr>
            <a:lvl5pPr marL="1156533" indent="0">
              <a:buNone/>
              <a:defRPr sz="632"/>
            </a:lvl5pPr>
            <a:lvl6pPr marL="1445666" indent="0">
              <a:buNone/>
              <a:defRPr sz="632"/>
            </a:lvl6pPr>
            <a:lvl7pPr marL="1734800" indent="0">
              <a:buNone/>
              <a:defRPr sz="632"/>
            </a:lvl7pPr>
            <a:lvl8pPr marL="2023933" indent="0">
              <a:buNone/>
              <a:defRPr sz="632"/>
            </a:lvl8pPr>
            <a:lvl9pPr marL="2313066" indent="0">
              <a:buNone/>
              <a:defRPr sz="63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032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45" y="289137"/>
            <a:ext cx="4280404" cy="1011978"/>
          </a:xfrm>
        </p:spPr>
        <p:txBody>
          <a:bodyPr anchor="b"/>
          <a:lstStyle>
            <a:lvl1pPr>
              <a:defRPr sz="2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2116" y="624455"/>
            <a:ext cx="6718697" cy="3082117"/>
          </a:xfrm>
        </p:spPr>
        <p:txBody>
          <a:bodyPr anchor="t"/>
          <a:lstStyle>
            <a:lvl1pPr marL="0" indent="0">
              <a:buNone/>
              <a:defRPr sz="2024"/>
            </a:lvl1pPr>
            <a:lvl2pPr marL="289133" indent="0">
              <a:buNone/>
              <a:defRPr sz="1771"/>
            </a:lvl2pPr>
            <a:lvl3pPr marL="578267" indent="0">
              <a:buNone/>
              <a:defRPr sz="1518"/>
            </a:lvl3pPr>
            <a:lvl4pPr marL="867400" indent="0">
              <a:buNone/>
              <a:defRPr sz="1265"/>
            </a:lvl4pPr>
            <a:lvl5pPr marL="1156533" indent="0">
              <a:buNone/>
              <a:defRPr sz="1265"/>
            </a:lvl5pPr>
            <a:lvl6pPr marL="1445666" indent="0">
              <a:buNone/>
              <a:defRPr sz="1265"/>
            </a:lvl6pPr>
            <a:lvl7pPr marL="1734800" indent="0">
              <a:buNone/>
              <a:defRPr sz="1265"/>
            </a:lvl7pPr>
            <a:lvl8pPr marL="2023933" indent="0">
              <a:buNone/>
              <a:defRPr sz="1265"/>
            </a:lvl8pPr>
            <a:lvl9pPr marL="2313066" indent="0">
              <a:buNone/>
              <a:defRPr sz="126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145" y="1301115"/>
            <a:ext cx="4280404" cy="2410476"/>
          </a:xfrm>
        </p:spPr>
        <p:txBody>
          <a:bodyPr/>
          <a:lstStyle>
            <a:lvl1pPr marL="0" indent="0">
              <a:buNone/>
              <a:defRPr sz="1012"/>
            </a:lvl1pPr>
            <a:lvl2pPr marL="289133" indent="0">
              <a:buNone/>
              <a:defRPr sz="885"/>
            </a:lvl2pPr>
            <a:lvl3pPr marL="578267" indent="0">
              <a:buNone/>
              <a:defRPr sz="759"/>
            </a:lvl3pPr>
            <a:lvl4pPr marL="867400" indent="0">
              <a:buNone/>
              <a:defRPr sz="632"/>
            </a:lvl4pPr>
            <a:lvl5pPr marL="1156533" indent="0">
              <a:buNone/>
              <a:defRPr sz="632"/>
            </a:lvl5pPr>
            <a:lvl6pPr marL="1445666" indent="0">
              <a:buNone/>
              <a:defRPr sz="632"/>
            </a:lvl6pPr>
            <a:lvl7pPr marL="1734800" indent="0">
              <a:buNone/>
              <a:defRPr sz="632"/>
            </a:lvl7pPr>
            <a:lvl8pPr marL="2023933" indent="0">
              <a:buNone/>
              <a:defRPr sz="632"/>
            </a:lvl8pPr>
            <a:lvl9pPr marL="2313066" indent="0">
              <a:buNone/>
              <a:defRPr sz="63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640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8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97417" y="230908"/>
            <a:ext cx="2861667" cy="36754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2416" y="230908"/>
            <a:ext cx="8419108" cy="36754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70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2416" y="230908"/>
            <a:ext cx="11446669" cy="838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2416" y="1154539"/>
            <a:ext cx="11446669" cy="2751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2415" y="4019803"/>
            <a:ext cx="2986088" cy="230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96185" y="4019803"/>
            <a:ext cx="4479131" cy="230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72997" y="4019803"/>
            <a:ext cx="2986088" cy="230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007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78267" rtl="0" eaLnBrk="1" latinLnBrk="0" hangingPunct="1">
        <a:lnSpc>
          <a:spcPct val="90000"/>
        </a:lnSpc>
        <a:spcBef>
          <a:spcPct val="0"/>
        </a:spcBef>
        <a:buNone/>
        <a:defRPr sz="27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567" indent="-144567" algn="l" defTabSz="578267" rtl="0" eaLnBrk="1" latinLnBrk="0" hangingPunct="1">
        <a:lnSpc>
          <a:spcPct val="90000"/>
        </a:lnSpc>
        <a:spcBef>
          <a:spcPts val="632"/>
        </a:spcBef>
        <a:buFont typeface="Arial" panose="020B0604020202020204" pitchFamily="34" charset="0"/>
        <a:buChar char="•"/>
        <a:defRPr sz="1771" kern="1200">
          <a:solidFill>
            <a:schemeClr val="tx1"/>
          </a:solidFill>
          <a:latin typeface="+mn-lt"/>
          <a:ea typeface="+mn-ea"/>
          <a:cs typeface="+mn-cs"/>
        </a:defRPr>
      </a:lvl1pPr>
      <a:lvl2pPr marL="433700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518" kern="1200">
          <a:solidFill>
            <a:schemeClr val="tx1"/>
          </a:solidFill>
          <a:latin typeface="+mn-lt"/>
          <a:ea typeface="+mn-ea"/>
          <a:cs typeface="+mn-cs"/>
        </a:defRPr>
      </a:lvl2pPr>
      <a:lvl3pPr marL="722833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265" kern="1200">
          <a:solidFill>
            <a:schemeClr val="tx1"/>
          </a:solidFill>
          <a:latin typeface="+mn-lt"/>
          <a:ea typeface="+mn-ea"/>
          <a:cs typeface="+mn-cs"/>
        </a:defRPr>
      </a:lvl3pPr>
      <a:lvl4pPr marL="1011966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8" kern="1200">
          <a:solidFill>
            <a:schemeClr val="tx1"/>
          </a:solidFill>
          <a:latin typeface="+mn-lt"/>
          <a:ea typeface="+mn-ea"/>
          <a:cs typeface="+mn-cs"/>
        </a:defRPr>
      </a:lvl4pPr>
      <a:lvl5pPr marL="1301100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8" kern="1200">
          <a:solidFill>
            <a:schemeClr val="tx1"/>
          </a:solidFill>
          <a:latin typeface="+mn-lt"/>
          <a:ea typeface="+mn-ea"/>
          <a:cs typeface="+mn-cs"/>
        </a:defRPr>
      </a:lvl5pPr>
      <a:lvl6pPr marL="1590233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8" kern="1200">
          <a:solidFill>
            <a:schemeClr val="tx1"/>
          </a:solidFill>
          <a:latin typeface="+mn-lt"/>
          <a:ea typeface="+mn-ea"/>
          <a:cs typeface="+mn-cs"/>
        </a:defRPr>
      </a:lvl6pPr>
      <a:lvl7pPr marL="1879366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8" kern="1200">
          <a:solidFill>
            <a:schemeClr val="tx1"/>
          </a:solidFill>
          <a:latin typeface="+mn-lt"/>
          <a:ea typeface="+mn-ea"/>
          <a:cs typeface="+mn-cs"/>
        </a:defRPr>
      </a:lvl7pPr>
      <a:lvl8pPr marL="2168500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8" kern="1200">
          <a:solidFill>
            <a:schemeClr val="tx1"/>
          </a:solidFill>
          <a:latin typeface="+mn-lt"/>
          <a:ea typeface="+mn-ea"/>
          <a:cs typeface="+mn-cs"/>
        </a:defRPr>
      </a:lvl8pPr>
      <a:lvl9pPr marL="2457633" indent="-144567" algn="l" defTabSz="578267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1pPr>
      <a:lvl2pPr marL="289133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2pPr>
      <a:lvl3pPr marL="578267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3pPr>
      <a:lvl4pPr marL="867400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4pPr>
      <a:lvl5pPr marL="1156533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5pPr>
      <a:lvl6pPr marL="1445666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6pPr>
      <a:lvl7pPr marL="1734800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7pPr>
      <a:lvl8pPr marL="2023933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8pPr>
      <a:lvl9pPr marL="2313066" algn="l" defTabSz="578267" rtl="0" eaLnBrk="1" latinLnBrk="0" hangingPunct="1">
        <a:defRPr sz="11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l-query-icon-circle">
            <a:extLst>
              <a:ext uri="{FF2B5EF4-FFF2-40B4-BE49-F238E27FC236}">
                <a16:creationId xmlns:a16="http://schemas.microsoft.com/office/drawing/2014/main" id="{249142ED-096C-47E1-ABF6-EA94CE14A438}"/>
              </a:ext>
            </a:extLst>
          </p:cNvPr>
          <p:cNvSpPr>
            <a:spLocks noGrp="1"/>
          </p:cNvSpPr>
          <p:nvPr/>
        </p:nvSpPr>
        <p:spPr>
          <a:xfrm>
            <a:off x="560201" y="790482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nl-query-icon-question">
            <a:extLst>
              <a:ext uri="{FF2B5EF4-FFF2-40B4-BE49-F238E27FC236}">
                <a16:creationId xmlns:a16="http://schemas.microsoft.com/office/drawing/2014/main" id="{B3543514-7964-49CB-B36C-04DF521EAF06}"/>
              </a:ext>
            </a:extLst>
          </p:cNvPr>
          <p:cNvSpPr>
            <a:spLocks noGrp="1"/>
          </p:cNvSpPr>
          <p:nvPr/>
        </p:nvSpPr>
        <p:spPr>
          <a:xfrm>
            <a:off x="674501" y="809534"/>
            <a:ext cx="438150" cy="6096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6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75">
                <a:solidFill>
                  <a:srgbClr val="000000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6" name="nl-query-icon-tail">
            <a:extLst>
              <a:ext uri="{FF2B5EF4-FFF2-40B4-BE49-F238E27FC236}">
                <a16:creationId xmlns:a16="http://schemas.microsoft.com/office/drawing/2014/main" id="{591456D4-2617-48A0-8E51-0C15707954C4}"/>
              </a:ext>
            </a:extLst>
          </p:cNvPr>
          <p:cNvSpPr>
            <a:spLocks noGrp="1"/>
          </p:cNvSpPr>
          <p:nvPr/>
        </p:nvSpPr>
        <p:spPr>
          <a:xfrm rot="18900000">
            <a:off x="688255" y="1380494"/>
            <a:ext cx="228599" cy="190501"/>
          </a:xfrm>
          <a:prstGeom prst="triangl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nl-query-label">
            <a:extLst>
              <a:ext uri="{FF2B5EF4-FFF2-40B4-BE49-F238E27FC236}">
                <a16:creationId xmlns:a16="http://schemas.microsoft.com/office/drawing/2014/main" id="{4C69DFF4-7816-452B-821A-12C6E703959D}"/>
              </a:ext>
            </a:extLst>
          </p:cNvPr>
          <p:cNvSpPr>
            <a:spLocks noGrp="1"/>
          </p:cNvSpPr>
          <p:nvPr/>
        </p:nvSpPr>
        <p:spPr>
          <a:xfrm>
            <a:off x="236353" y="1628682"/>
            <a:ext cx="1428751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00000"/>
                </a:solidFill>
                <a:latin typeface="Arial"/>
                <a:ea typeface="Arial"/>
                <a:cs typeface="Arial"/>
              </a:rPr>
              <a:t>NL Query</a:t>
            </a:r>
          </a:p>
        </p:txBody>
      </p:sp>
      <p:sp>
        <p:nvSpPr>
          <p:cNvPr id="9" name="database-icon-body">
            <a:extLst>
              <a:ext uri="{FF2B5EF4-FFF2-40B4-BE49-F238E27FC236}">
                <a16:creationId xmlns:a16="http://schemas.microsoft.com/office/drawing/2014/main" id="{EBDD9378-2A8E-41EE-9A79-8A37A15A5540}"/>
              </a:ext>
            </a:extLst>
          </p:cNvPr>
          <p:cNvSpPr>
            <a:spLocks noGrp="1"/>
          </p:cNvSpPr>
          <p:nvPr/>
        </p:nvSpPr>
        <p:spPr>
          <a:xfrm>
            <a:off x="607828" y="2257338"/>
            <a:ext cx="590551" cy="5810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database-icon-top">
            <a:extLst>
              <a:ext uri="{FF2B5EF4-FFF2-40B4-BE49-F238E27FC236}">
                <a16:creationId xmlns:a16="http://schemas.microsoft.com/office/drawing/2014/main" id="{7BAAD7CD-8AB1-466D-AA2B-B887E301337C}"/>
              </a:ext>
            </a:extLst>
          </p:cNvPr>
          <p:cNvSpPr>
            <a:spLocks noGrp="1"/>
          </p:cNvSpPr>
          <p:nvPr/>
        </p:nvSpPr>
        <p:spPr>
          <a:xfrm>
            <a:off x="607828" y="2190659"/>
            <a:ext cx="590551" cy="19050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database-icon-bottom">
            <a:extLst>
              <a:ext uri="{FF2B5EF4-FFF2-40B4-BE49-F238E27FC236}">
                <a16:creationId xmlns:a16="http://schemas.microsoft.com/office/drawing/2014/main" id="{493337A8-BCB9-4C38-A43B-0894CAB6B465}"/>
              </a:ext>
            </a:extLst>
          </p:cNvPr>
          <p:cNvSpPr>
            <a:spLocks noGrp="1"/>
          </p:cNvSpPr>
          <p:nvPr/>
        </p:nvSpPr>
        <p:spPr>
          <a:xfrm>
            <a:off x="607828" y="2685958"/>
            <a:ext cx="590551" cy="19050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database-icon-ring-1">
            <a:extLst>
              <a:ext uri="{FF2B5EF4-FFF2-40B4-BE49-F238E27FC236}">
                <a16:creationId xmlns:a16="http://schemas.microsoft.com/office/drawing/2014/main" id="{D2CE76C8-3F9F-4AB3-83EE-817CD665DEDC}"/>
              </a:ext>
            </a:extLst>
          </p:cNvPr>
          <p:cNvSpPr>
            <a:spLocks noGrp="1"/>
          </p:cNvSpPr>
          <p:nvPr/>
        </p:nvSpPr>
        <p:spPr>
          <a:xfrm>
            <a:off x="626876" y="2409736"/>
            <a:ext cx="552450" cy="2857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database-icon-ring-2">
            <a:extLst>
              <a:ext uri="{FF2B5EF4-FFF2-40B4-BE49-F238E27FC236}">
                <a16:creationId xmlns:a16="http://schemas.microsoft.com/office/drawing/2014/main" id="{02B4AC80-AE95-4CF5-82E3-376007735C9D}"/>
              </a:ext>
            </a:extLst>
          </p:cNvPr>
          <p:cNvSpPr>
            <a:spLocks noGrp="1"/>
          </p:cNvSpPr>
          <p:nvPr/>
        </p:nvSpPr>
        <p:spPr>
          <a:xfrm>
            <a:off x="626876" y="2552611"/>
            <a:ext cx="552450" cy="2857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database-icon-ring-3">
            <a:extLst>
              <a:ext uri="{FF2B5EF4-FFF2-40B4-BE49-F238E27FC236}">
                <a16:creationId xmlns:a16="http://schemas.microsoft.com/office/drawing/2014/main" id="{15648A66-2C02-4F7F-AC5A-8B69C5E30660}"/>
              </a:ext>
            </a:extLst>
          </p:cNvPr>
          <p:cNvSpPr>
            <a:spLocks noGrp="1"/>
          </p:cNvSpPr>
          <p:nvPr/>
        </p:nvSpPr>
        <p:spPr>
          <a:xfrm>
            <a:off x="626876" y="2685962"/>
            <a:ext cx="552450" cy="2857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database-icon-dot-1a">
            <a:extLst>
              <a:ext uri="{FF2B5EF4-FFF2-40B4-BE49-F238E27FC236}">
                <a16:creationId xmlns:a16="http://schemas.microsoft.com/office/drawing/2014/main" id="{1BA049DE-6F3C-432A-90F6-52DC7D95AA52}"/>
              </a:ext>
            </a:extLst>
          </p:cNvPr>
          <p:cNvSpPr>
            <a:spLocks noGrp="1"/>
          </p:cNvSpPr>
          <p:nvPr/>
        </p:nvSpPr>
        <p:spPr>
          <a:xfrm>
            <a:off x="845951" y="2362107"/>
            <a:ext cx="38100" cy="381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database-icon-dot-1b">
            <a:extLst>
              <a:ext uri="{FF2B5EF4-FFF2-40B4-BE49-F238E27FC236}">
                <a16:creationId xmlns:a16="http://schemas.microsoft.com/office/drawing/2014/main" id="{B950055C-7639-45F8-9E6B-CFF111C79498}"/>
              </a:ext>
            </a:extLst>
          </p:cNvPr>
          <p:cNvSpPr>
            <a:spLocks noGrp="1"/>
          </p:cNvSpPr>
          <p:nvPr/>
        </p:nvSpPr>
        <p:spPr>
          <a:xfrm>
            <a:off x="931675" y="2362107"/>
            <a:ext cx="38100" cy="381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database-icon-dot-2a">
            <a:extLst>
              <a:ext uri="{FF2B5EF4-FFF2-40B4-BE49-F238E27FC236}">
                <a16:creationId xmlns:a16="http://schemas.microsoft.com/office/drawing/2014/main" id="{3733B279-DFB0-400A-80F2-DF0565C067F7}"/>
              </a:ext>
            </a:extLst>
          </p:cNvPr>
          <p:cNvSpPr>
            <a:spLocks noGrp="1"/>
          </p:cNvSpPr>
          <p:nvPr/>
        </p:nvSpPr>
        <p:spPr>
          <a:xfrm>
            <a:off x="845951" y="2504982"/>
            <a:ext cx="38100" cy="381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database-icon-dot-2b">
            <a:extLst>
              <a:ext uri="{FF2B5EF4-FFF2-40B4-BE49-F238E27FC236}">
                <a16:creationId xmlns:a16="http://schemas.microsoft.com/office/drawing/2014/main" id="{057B941D-F0E1-47EB-8912-6F2A4603968C}"/>
              </a:ext>
            </a:extLst>
          </p:cNvPr>
          <p:cNvSpPr>
            <a:spLocks noGrp="1"/>
          </p:cNvSpPr>
          <p:nvPr/>
        </p:nvSpPr>
        <p:spPr>
          <a:xfrm>
            <a:off x="931675" y="2504982"/>
            <a:ext cx="38100" cy="381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database-icon-dot-3a">
            <a:extLst>
              <a:ext uri="{FF2B5EF4-FFF2-40B4-BE49-F238E27FC236}">
                <a16:creationId xmlns:a16="http://schemas.microsoft.com/office/drawing/2014/main" id="{5900AC35-7ECF-408C-9467-C9DAE9AE6499}"/>
              </a:ext>
            </a:extLst>
          </p:cNvPr>
          <p:cNvSpPr>
            <a:spLocks noGrp="1"/>
          </p:cNvSpPr>
          <p:nvPr/>
        </p:nvSpPr>
        <p:spPr>
          <a:xfrm>
            <a:off x="845951" y="2638332"/>
            <a:ext cx="38100" cy="381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database-icon-dot-3b">
            <a:extLst>
              <a:ext uri="{FF2B5EF4-FFF2-40B4-BE49-F238E27FC236}">
                <a16:creationId xmlns:a16="http://schemas.microsoft.com/office/drawing/2014/main" id="{4656E80B-E6BE-45FD-99BA-AE84C413346D}"/>
              </a:ext>
            </a:extLst>
          </p:cNvPr>
          <p:cNvSpPr>
            <a:spLocks noGrp="1"/>
          </p:cNvSpPr>
          <p:nvPr/>
        </p:nvSpPr>
        <p:spPr>
          <a:xfrm>
            <a:off x="931675" y="2638332"/>
            <a:ext cx="38100" cy="3810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database-label">
            <a:extLst>
              <a:ext uri="{FF2B5EF4-FFF2-40B4-BE49-F238E27FC236}">
                <a16:creationId xmlns:a16="http://schemas.microsoft.com/office/drawing/2014/main" id="{58583AAB-D9F9-4253-A02B-8280A9395AC5}"/>
              </a:ext>
            </a:extLst>
          </p:cNvPr>
          <p:cNvSpPr>
            <a:spLocks noGrp="1"/>
          </p:cNvSpPr>
          <p:nvPr/>
        </p:nvSpPr>
        <p:spPr>
          <a:xfrm>
            <a:off x="198256" y="2990758"/>
            <a:ext cx="14763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22" name="stage-1-outer">
            <a:extLst>
              <a:ext uri="{FF2B5EF4-FFF2-40B4-BE49-F238E27FC236}">
                <a16:creationId xmlns:a16="http://schemas.microsoft.com/office/drawing/2014/main" id="{1350AD1C-ADA3-4B96-9E4E-4E5E6AADDE36}"/>
              </a:ext>
            </a:extLst>
          </p:cNvPr>
          <p:cNvSpPr>
            <a:spLocks noGrp="1"/>
          </p:cNvSpPr>
          <p:nvPr/>
        </p:nvSpPr>
        <p:spPr>
          <a:xfrm>
            <a:off x="1731779" y="676187"/>
            <a:ext cx="3095624" cy="3424237"/>
          </a:xfrm>
          <a:prstGeom prst="rect">
            <a:avLst/>
          </a:prstGeom>
          <a:solidFill>
            <a:srgbClr val="FFFFFF"/>
          </a:solidFill>
          <a:ln w="2857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tage-1-marker">
            <a:extLst>
              <a:ext uri="{FF2B5EF4-FFF2-40B4-BE49-F238E27FC236}">
                <a16:creationId xmlns:a16="http://schemas.microsoft.com/office/drawing/2014/main" id="{47D10AED-C8F7-4083-8F0B-663FB0B3E352}"/>
              </a:ext>
            </a:extLst>
          </p:cNvPr>
          <p:cNvSpPr>
            <a:spLocks noGrp="1"/>
          </p:cNvSpPr>
          <p:nvPr/>
        </p:nvSpPr>
        <p:spPr>
          <a:xfrm>
            <a:off x="1836556" y="838112"/>
            <a:ext cx="409575" cy="257175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tage-1-number">
            <a:extLst>
              <a:ext uri="{FF2B5EF4-FFF2-40B4-BE49-F238E27FC236}">
                <a16:creationId xmlns:a16="http://schemas.microsoft.com/office/drawing/2014/main" id="{4FAED349-DB0F-4DF4-9EC4-DCDB80709584}"/>
              </a:ext>
            </a:extLst>
          </p:cNvPr>
          <p:cNvSpPr>
            <a:spLocks noGrp="1"/>
          </p:cNvSpPr>
          <p:nvPr/>
        </p:nvSpPr>
        <p:spPr>
          <a:xfrm>
            <a:off x="1836556" y="819062"/>
            <a:ext cx="409575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stage-1-title">
            <a:extLst>
              <a:ext uri="{FF2B5EF4-FFF2-40B4-BE49-F238E27FC236}">
                <a16:creationId xmlns:a16="http://schemas.microsoft.com/office/drawing/2014/main" id="{196BBD79-B670-4655-9CDE-3E50DBF7F013}"/>
              </a:ext>
            </a:extLst>
          </p:cNvPr>
          <p:cNvSpPr>
            <a:spLocks noGrp="1"/>
          </p:cNvSpPr>
          <p:nvPr/>
        </p:nvSpPr>
        <p:spPr>
          <a:xfrm>
            <a:off x="2350905" y="761912"/>
            <a:ext cx="24288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Pre-Generation</a:t>
            </a:r>
          </a:p>
        </p:txBody>
      </p:sp>
      <p:sp>
        <p:nvSpPr>
          <p:cNvPr id="26" name="stage-1-row-1">
            <a:extLst>
              <a:ext uri="{FF2B5EF4-FFF2-40B4-BE49-F238E27FC236}">
                <a16:creationId xmlns:a16="http://schemas.microsoft.com/office/drawing/2014/main" id="{8E0BDFFF-CB10-4117-803C-3B62F9A253F0}"/>
              </a:ext>
            </a:extLst>
          </p:cNvPr>
          <p:cNvSpPr>
            <a:spLocks noGrp="1"/>
          </p:cNvSpPr>
          <p:nvPr/>
        </p:nvSpPr>
        <p:spPr>
          <a:xfrm>
            <a:off x="1903231" y="1247686"/>
            <a:ext cx="2752725" cy="847725"/>
          </a:xfrm>
          <a:prstGeom prst="rect">
            <a:avLst/>
          </a:prstGeom>
          <a:solidFill>
            <a:srgbClr val="CFCFCF"/>
          </a:solidFill>
          <a:ln w="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tage-1-row-1-text">
            <a:extLst>
              <a:ext uri="{FF2B5EF4-FFF2-40B4-BE49-F238E27FC236}">
                <a16:creationId xmlns:a16="http://schemas.microsoft.com/office/drawing/2014/main" id="{3DF1FE49-892E-42F7-A161-9F1E8AE55201}"/>
              </a:ext>
            </a:extLst>
          </p:cNvPr>
          <p:cNvSpPr>
            <a:spLocks noGrp="1"/>
          </p:cNvSpPr>
          <p:nvPr/>
        </p:nvSpPr>
        <p:spPr>
          <a:xfrm>
            <a:off x="2017531" y="1304836"/>
            <a:ext cx="2524125" cy="733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00000"/>
                </a:solidFill>
                <a:latin typeface="Arial"/>
                <a:ea typeface="Arial"/>
                <a:cs typeface="Arial"/>
              </a:rPr>
              <a:t>Schema Linking</a:t>
            </a:r>
          </a:p>
        </p:txBody>
      </p:sp>
      <p:sp>
        <p:nvSpPr>
          <p:cNvPr id="28" name="stage-1-row-2">
            <a:extLst>
              <a:ext uri="{FF2B5EF4-FFF2-40B4-BE49-F238E27FC236}">
                <a16:creationId xmlns:a16="http://schemas.microsoft.com/office/drawing/2014/main" id="{6B023DDE-838B-4FAE-9F8E-0FA19D5EAD2A}"/>
              </a:ext>
            </a:extLst>
          </p:cNvPr>
          <p:cNvSpPr>
            <a:spLocks noGrp="1"/>
          </p:cNvSpPr>
          <p:nvPr/>
        </p:nvSpPr>
        <p:spPr>
          <a:xfrm>
            <a:off x="1903231" y="2181137"/>
            <a:ext cx="2752725" cy="847725"/>
          </a:xfrm>
          <a:prstGeom prst="rect">
            <a:avLst/>
          </a:prstGeom>
          <a:solidFill>
            <a:srgbClr val="CFCFCF"/>
          </a:solidFill>
          <a:ln w="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tage-1-row-2-text">
            <a:extLst>
              <a:ext uri="{FF2B5EF4-FFF2-40B4-BE49-F238E27FC236}">
                <a16:creationId xmlns:a16="http://schemas.microsoft.com/office/drawing/2014/main" id="{F079BF14-B97E-4CB1-9392-DCD572F6BB7D}"/>
              </a:ext>
            </a:extLst>
          </p:cNvPr>
          <p:cNvSpPr>
            <a:spLocks noGrp="1"/>
          </p:cNvSpPr>
          <p:nvPr/>
        </p:nvSpPr>
        <p:spPr>
          <a:xfrm>
            <a:off x="2017531" y="2238287"/>
            <a:ext cx="2524125" cy="733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3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325">
                <a:solidFill>
                  <a:srgbClr val="000000"/>
                </a:solidFill>
                <a:latin typeface="Arial"/>
                <a:ea typeface="Arial"/>
                <a:cs typeface="Arial"/>
              </a:rPr>
              <a:t>Value Grounding</a:t>
            </a:r>
            <a:endParaRPr sz="2325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tage-2-outer">
            <a:extLst>
              <a:ext uri="{FF2B5EF4-FFF2-40B4-BE49-F238E27FC236}">
                <a16:creationId xmlns:a16="http://schemas.microsoft.com/office/drawing/2014/main" id="{AB28DEA2-B0DB-45F4-868D-0FE2FC14D418}"/>
              </a:ext>
            </a:extLst>
          </p:cNvPr>
          <p:cNvSpPr>
            <a:spLocks noGrp="1"/>
          </p:cNvSpPr>
          <p:nvPr/>
        </p:nvSpPr>
        <p:spPr>
          <a:xfrm>
            <a:off x="5075051" y="676183"/>
            <a:ext cx="2914650" cy="3423284"/>
          </a:xfrm>
          <a:prstGeom prst="rect">
            <a:avLst/>
          </a:prstGeom>
          <a:solidFill>
            <a:srgbClr val="FFFFFF"/>
          </a:solidFill>
          <a:ln w="2857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tage-2-marker">
            <a:extLst>
              <a:ext uri="{FF2B5EF4-FFF2-40B4-BE49-F238E27FC236}">
                <a16:creationId xmlns:a16="http://schemas.microsoft.com/office/drawing/2014/main" id="{E9D1A503-27A8-4A5B-9209-1FFE2708832C}"/>
              </a:ext>
            </a:extLst>
          </p:cNvPr>
          <p:cNvSpPr>
            <a:spLocks noGrp="1"/>
          </p:cNvSpPr>
          <p:nvPr/>
        </p:nvSpPr>
        <p:spPr>
          <a:xfrm>
            <a:off x="5179831" y="838112"/>
            <a:ext cx="409575" cy="257175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tage-2-number">
            <a:extLst>
              <a:ext uri="{FF2B5EF4-FFF2-40B4-BE49-F238E27FC236}">
                <a16:creationId xmlns:a16="http://schemas.microsoft.com/office/drawing/2014/main" id="{F15D2139-15AB-45C1-B7F6-540A504FE6BF}"/>
              </a:ext>
            </a:extLst>
          </p:cNvPr>
          <p:cNvSpPr>
            <a:spLocks noGrp="1"/>
          </p:cNvSpPr>
          <p:nvPr/>
        </p:nvSpPr>
        <p:spPr>
          <a:xfrm>
            <a:off x="5179831" y="819062"/>
            <a:ext cx="409575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stage-2-title">
            <a:extLst>
              <a:ext uri="{FF2B5EF4-FFF2-40B4-BE49-F238E27FC236}">
                <a16:creationId xmlns:a16="http://schemas.microsoft.com/office/drawing/2014/main" id="{E4FC450F-DEB2-45ED-9314-044229FDC692}"/>
              </a:ext>
            </a:extLst>
          </p:cNvPr>
          <p:cNvSpPr>
            <a:spLocks noGrp="1"/>
          </p:cNvSpPr>
          <p:nvPr/>
        </p:nvSpPr>
        <p:spPr>
          <a:xfrm>
            <a:off x="5694178" y="761912"/>
            <a:ext cx="2247901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Generation</a:t>
            </a:r>
          </a:p>
        </p:txBody>
      </p:sp>
      <p:sp>
        <p:nvSpPr>
          <p:cNvPr id="34" name="stage-2-row-1">
            <a:extLst>
              <a:ext uri="{FF2B5EF4-FFF2-40B4-BE49-F238E27FC236}">
                <a16:creationId xmlns:a16="http://schemas.microsoft.com/office/drawing/2014/main" id="{32E84BE3-FF0C-416A-B443-38C4E7644D7B}"/>
              </a:ext>
            </a:extLst>
          </p:cNvPr>
          <p:cNvSpPr>
            <a:spLocks noGrp="1"/>
          </p:cNvSpPr>
          <p:nvPr/>
        </p:nvSpPr>
        <p:spPr>
          <a:xfrm>
            <a:off x="5246501" y="1247686"/>
            <a:ext cx="2571750" cy="847725"/>
          </a:xfrm>
          <a:prstGeom prst="rect">
            <a:avLst/>
          </a:prstGeom>
          <a:solidFill>
            <a:srgbClr val="CFCFCF"/>
          </a:solidFill>
          <a:ln w="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tage-2-row-1-text">
            <a:extLst>
              <a:ext uri="{FF2B5EF4-FFF2-40B4-BE49-F238E27FC236}">
                <a16:creationId xmlns:a16="http://schemas.microsoft.com/office/drawing/2014/main" id="{4874B301-8FDC-4CE3-881C-1FA8B19200C6}"/>
              </a:ext>
            </a:extLst>
          </p:cNvPr>
          <p:cNvSpPr>
            <a:spLocks noGrp="1"/>
          </p:cNvSpPr>
          <p:nvPr/>
        </p:nvSpPr>
        <p:spPr>
          <a:xfrm>
            <a:off x="5360801" y="1304836"/>
            <a:ext cx="2343150" cy="733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3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Prompting</a:t>
            </a:r>
          </a:p>
          <a:p>
            <a:pPr algn="ctr">
              <a:defRPr sz="23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000000"/>
                </a:solidFill>
                <a:latin typeface="Arial"/>
                <a:ea typeface="Arial"/>
                <a:cs typeface="Arial"/>
              </a:rPr>
              <a:t>Strategy</a:t>
            </a:r>
          </a:p>
        </p:txBody>
      </p:sp>
      <p:sp>
        <p:nvSpPr>
          <p:cNvPr id="36" name="stage-2-row-2">
            <a:extLst>
              <a:ext uri="{FF2B5EF4-FFF2-40B4-BE49-F238E27FC236}">
                <a16:creationId xmlns:a16="http://schemas.microsoft.com/office/drawing/2014/main" id="{1DE607FE-47FE-4E9E-9CCF-3657704C4800}"/>
              </a:ext>
            </a:extLst>
          </p:cNvPr>
          <p:cNvSpPr>
            <a:spLocks noGrp="1"/>
          </p:cNvSpPr>
          <p:nvPr/>
        </p:nvSpPr>
        <p:spPr>
          <a:xfrm>
            <a:off x="5246501" y="2181137"/>
            <a:ext cx="2571750" cy="847725"/>
          </a:xfrm>
          <a:prstGeom prst="rect">
            <a:avLst/>
          </a:prstGeom>
          <a:solidFill>
            <a:srgbClr val="CFCFCF"/>
          </a:solidFill>
          <a:ln w="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tage-2-row-2-text">
            <a:extLst>
              <a:ext uri="{FF2B5EF4-FFF2-40B4-BE49-F238E27FC236}">
                <a16:creationId xmlns:a16="http://schemas.microsoft.com/office/drawing/2014/main" id="{C3D3AB0A-693E-4FBF-B98D-25E871036AD6}"/>
              </a:ext>
            </a:extLst>
          </p:cNvPr>
          <p:cNvSpPr>
            <a:spLocks noGrp="1"/>
          </p:cNvSpPr>
          <p:nvPr/>
        </p:nvSpPr>
        <p:spPr>
          <a:xfrm>
            <a:off x="5360801" y="2238287"/>
            <a:ext cx="2343150" cy="733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55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Query Planning</a:t>
            </a:r>
            <a:endParaRPr sz="25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tage-3-outer">
            <a:extLst>
              <a:ext uri="{FF2B5EF4-FFF2-40B4-BE49-F238E27FC236}">
                <a16:creationId xmlns:a16="http://schemas.microsoft.com/office/drawing/2014/main" id="{5E466075-BA86-4617-9092-3D3DDEAFDBEE}"/>
              </a:ext>
            </a:extLst>
          </p:cNvPr>
          <p:cNvSpPr>
            <a:spLocks noGrp="1"/>
          </p:cNvSpPr>
          <p:nvPr/>
        </p:nvSpPr>
        <p:spPr>
          <a:xfrm>
            <a:off x="8437377" y="676187"/>
            <a:ext cx="3048000" cy="3404233"/>
          </a:xfrm>
          <a:prstGeom prst="rect">
            <a:avLst/>
          </a:prstGeom>
          <a:solidFill>
            <a:srgbClr val="FFFFFF"/>
          </a:solidFill>
          <a:ln w="2857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tage-3-marker">
            <a:extLst>
              <a:ext uri="{FF2B5EF4-FFF2-40B4-BE49-F238E27FC236}">
                <a16:creationId xmlns:a16="http://schemas.microsoft.com/office/drawing/2014/main" id="{09AB93BB-65C2-4B3A-8535-E9B93803F660}"/>
              </a:ext>
            </a:extLst>
          </p:cNvPr>
          <p:cNvSpPr>
            <a:spLocks noGrp="1"/>
          </p:cNvSpPr>
          <p:nvPr/>
        </p:nvSpPr>
        <p:spPr>
          <a:xfrm>
            <a:off x="8542156" y="838112"/>
            <a:ext cx="409575" cy="257175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tage-3-number">
            <a:extLst>
              <a:ext uri="{FF2B5EF4-FFF2-40B4-BE49-F238E27FC236}">
                <a16:creationId xmlns:a16="http://schemas.microsoft.com/office/drawing/2014/main" id="{13313472-69DB-46A9-9596-01430B58E979}"/>
              </a:ext>
            </a:extLst>
          </p:cNvPr>
          <p:cNvSpPr>
            <a:spLocks noGrp="1"/>
          </p:cNvSpPr>
          <p:nvPr/>
        </p:nvSpPr>
        <p:spPr>
          <a:xfrm>
            <a:off x="8542156" y="819062"/>
            <a:ext cx="409575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" name="stage-3-title">
            <a:extLst>
              <a:ext uri="{FF2B5EF4-FFF2-40B4-BE49-F238E27FC236}">
                <a16:creationId xmlns:a16="http://schemas.microsoft.com/office/drawing/2014/main" id="{A5D5B572-1FBF-4DD5-8531-EBD6ACC76AB2}"/>
              </a:ext>
            </a:extLst>
          </p:cNvPr>
          <p:cNvSpPr>
            <a:spLocks noGrp="1"/>
          </p:cNvSpPr>
          <p:nvPr/>
        </p:nvSpPr>
        <p:spPr>
          <a:xfrm>
            <a:off x="9056501" y="761912"/>
            <a:ext cx="238125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Post-Generation</a:t>
            </a:r>
          </a:p>
        </p:txBody>
      </p:sp>
      <p:sp>
        <p:nvSpPr>
          <p:cNvPr id="42" name="stage-3-row-1">
            <a:extLst>
              <a:ext uri="{FF2B5EF4-FFF2-40B4-BE49-F238E27FC236}">
                <a16:creationId xmlns:a16="http://schemas.microsoft.com/office/drawing/2014/main" id="{D672B2C7-EE03-4F7D-B500-E82272E1B724}"/>
              </a:ext>
            </a:extLst>
          </p:cNvPr>
          <p:cNvSpPr>
            <a:spLocks noGrp="1"/>
          </p:cNvSpPr>
          <p:nvPr/>
        </p:nvSpPr>
        <p:spPr>
          <a:xfrm>
            <a:off x="8608827" y="2180184"/>
            <a:ext cx="2705100" cy="847725"/>
          </a:xfrm>
          <a:prstGeom prst="rect">
            <a:avLst/>
          </a:prstGeom>
          <a:solidFill>
            <a:srgbClr val="CFCFCF"/>
          </a:solidFill>
          <a:ln w="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tage-3-row-1-text">
            <a:extLst>
              <a:ext uri="{FF2B5EF4-FFF2-40B4-BE49-F238E27FC236}">
                <a16:creationId xmlns:a16="http://schemas.microsoft.com/office/drawing/2014/main" id="{5CF0F7CF-D2BF-46AA-83A3-22DE655B6F44}"/>
              </a:ext>
            </a:extLst>
          </p:cNvPr>
          <p:cNvSpPr>
            <a:spLocks noGrp="1"/>
          </p:cNvSpPr>
          <p:nvPr/>
        </p:nvSpPr>
        <p:spPr>
          <a:xfrm>
            <a:off x="8723127" y="2237334"/>
            <a:ext cx="2476500" cy="733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Revision</a:t>
            </a:r>
          </a:p>
        </p:txBody>
      </p:sp>
      <p:sp>
        <p:nvSpPr>
          <p:cNvPr id="44" name="stage-3-row-2">
            <a:extLst>
              <a:ext uri="{FF2B5EF4-FFF2-40B4-BE49-F238E27FC236}">
                <a16:creationId xmlns:a16="http://schemas.microsoft.com/office/drawing/2014/main" id="{223B73EC-B32F-4754-B9EC-2639FD5A5108}"/>
              </a:ext>
            </a:extLst>
          </p:cNvPr>
          <p:cNvSpPr>
            <a:spLocks noGrp="1"/>
          </p:cNvSpPr>
          <p:nvPr/>
        </p:nvSpPr>
        <p:spPr>
          <a:xfrm>
            <a:off x="8608827" y="3113633"/>
            <a:ext cx="2705100" cy="847725"/>
          </a:xfrm>
          <a:prstGeom prst="rect">
            <a:avLst/>
          </a:prstGeom>
          <a:solidFill>
            <a:srgbClr val="CFCFCF"/>
          </a:solidFill>
          <a:ln w="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tage-3-row-2-text">
            <a:extLst>
              <a:ext uri="{FF2B5EF4-FFF2-40B4-BE49-F238E27FC236}">
                <a16:creationId xmlns:a16="http://schemas.microsoft.com/office/drawing/2014/main" id="{C6414AED-EFB0-4637-B413-C43DACBF2B99}"/>
              </a:ext>
            </a:extLst>
          </p:cNvPr>
          <p:cNvSpPr>
            <a:spLocks noGrp="1"/>
          </p:cNvSpPr>
          <p:nvPr/>
        </p:nvSpPr>
        <p:spPr>
          <a:xfrm>
            <a:off x="8723127" y="3170783"/>
            <a:ext cx="2476500" cy="733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3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Consistency/</a:t>
            </a:r>
          </a:p>
          <a:p>
            <a:pPr algn="ctr">
              <a:defRPr sz="23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000000"/>
                </a:solidFill>
                <a:latin typeface="Arial"/>
                <a:ea typeface="Arial"/>
                <a:cs typeface="Arial"/>
              </a:rPr>
              <a:t>Ensemble</a:t>
            </a:r>
          </a:p>
        </p:txBody>
      </p:sp>
      <p:sp>
        <p:nvSpPr>
          <p:cNvPr id="46" name="nl-query-to-stage-1-shaft">
            <a:extLst>
              <a:ext uri="{FF2B5EF4-FFF2-40B4-BE49-F238E27FC236}">
                <a16:creationId xmlns:a16="http://schemas.microsoft.com/office/drawing/2014/main" id="{603FB202-D369-4A53-93A7-CBF5684003C1}"/>
              </a:ext>
            </a:extLst>
          </p:cNvPr>
          <p:cNvSpPr>
            <a:spLocks noGrp="1"/>
          </p:cNvSpPr>
          <p:nvPr/>
        </p:nvSpPr>
        <p:spPr>
          <a:xfrm>
            <a:off x="1226956" y="1142907"/>
            <a:ext cx="314325" cy="381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nl-query-to-stage-1-head">
            <a:extLst>
              <a:ext uri="{FF2B5EF4-FFF2-40B4-BE49-F238E27FC236}">
                <a16:creationId xmlns:a16="http://schemas.microsoft.com/office/drawing/2014/main" id="{52E18753-9AA0-4675-9760-9E3C0589E4B5}"/>
              </a:ext>
            </a:extLst>
          </p:cNvPr>
          <p:cNvSpPr>
            <a:spLocks noGrp="1"/>
          </p:cNvSpPr>
          <p:nvPr/>
        </p:nvSpPr>
        <p:spPr>
          <a:xfrm rot="5400000">
            <a:off x="1560329" y="1057185"/>
            <a:ext cx="209549" cy="209549"/>
          </a:xfrm>
          <a:prstGeom prst="triangl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database-to-stage-1-shaft">
            <a:extLst>
              <a:ext uri="{FF2B5EF4-FFF2-40B4-BE49-F238E27FC236}">
                <a16:creationId xmlns:a16="http://schemas.microsoft.com/office/drawing/2014/main" id="{C67458A0-CAAA-4703-9BE5-E89FD9162AD5}"/>
              </a:ext>
            </a:extLst>
          </p:cNvPr>
          <p:cNvSpPr>
            <a:spLocks noGrp="1"/>
          </p:cNvSpPr>
          <p:nvPr/>
        </p:nvSpPr>
        <p:spPr>
          <a:xfrm>
            <a:off x="1217427" y="2476407"/>
            <a:ext cx="323850" cy="381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database-to-stage-1-head">
            <a:extLst>
              <a:ext uri="{FF2B5EF4-FFF2-40B4-BE49-F238E27FC236}">
                <a16:creationId xmlns:a16="http://schemas.microsoft.com/office/drawing/2014/main" id="{0F8038DF-2E8B-41FA-92D5-485EFDC847F1}"/>
              </a:ext>
            </a:extLst>
          </p:cNvPr>
          <p:cNvSpPr>
            <a:spLocks noGrp="1"/>
          </p:cNvSpPr>
          <p:nvPr/>
        </p:nvSpPr>
        <p:spPr>
          <a:xfrm rot="5400000">
            <a:off x="1560329" y="2390686"/>
            <a:ext cx="209549" cy="209549"/>
          </a:xfrm>
          <a:prstGeom prst="triangl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tage-1-to-stage-2-shaft">
            <a:extLst>
              <a:ext uri="{FF2B5EF4-FFF2-40B4-BE49-F238E27FC236}">
                <a16:creationId xmlns:a16="http://schemas.microsoft.com/office/drawing/2014/main" id="{66EEE4D0-7D20-4B5C-9682-7F6478CE73D6}"/>
              </a:ext>
            </a:extLst>
          </p:cNvPr>
          <p:cNvSpPr>
            <a:spLocks noGrp="1"/>
          </p:cNvSpPr>
          <p:nvPr/>
        </p:nvSpPr>
        <p:spPr>
          <a:xfrm>
            <a:off x="4827401" y="1895381"/>
            <a:ext cx="76200" cy="381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tage-1-to-stage-2-head">
            <a:extLst>
              <a:ext uri="{FF2B5EF4-FFF2-40B4-BE49-F238E27FC236}">
                <a16:creationId xmlns:a16="http://schemas.microsoft.com/office/drawing/2014/main" id="{279099FC-5948-4D9E-B9B8-620E2B483368}"/>
              </a:ext>
            </a:extLst>
          </p:cNvPr>
          <p:cNvSpPr>
            <a:spLocks noGrp="1"/>
          </p:cNvSpPr>
          <p:nvPr/>
        </p:nvSpPr>
        <p:spPr>
          <a:xfrm rot="5400000">
            <a:off x="4922654" y="1809660"/>
            <a:ext cx="209549" cy="209549"/>
          </a:xfrm>
          <a:prstGeom prst="triangl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tage-2-to-stage-3-shaft">
            <a:extLst>
              <a:ext uri="{FF2B5EF4-FFF2-40B4-BE49-F238E27FC236}">
                <a16:creationId xmlns:a16="http://schemas.microsoft.com/office/drawing/2014/main" id="{6FFF7F8A-EF56-421E-B78E-816DD5945068}"/>
              </a:ext>
            </a:extLst>
          </p:cNvPr>
          <p:cNvSpPr>
            <a:spLocks noGrp="1"/>
          </p:cNvSpPr>
          <p:nvPr/>
        </p:nvSpPr>
        <p:spPr>
          <a:xfrm>
            <a:off x="7989706" y="1895381"/>
            <a:ext cx="276225" cy="381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tage-2-to-stage-3-head">
            <a:extLst>
              <a:ext uri="{FF2B5EF4-FFF2-40B4-BE49-F238E27FC236}">
                <a16:creationId xmlns:a16="http://schemas.microsoft.com/office/drawing/2014/main" id="{282BDF62-B7DE-4E31-B603-0AC5CE033016}"/>
              </a:ext>
            </a:extLst>
          </p:cNvPr>
          <p:cNvSpPr>
            <a:spLocks noGrp="1"/>
          </p:cNvSpPr>
          <p:nvPr/>
        </p:nvSpPr>
        <p:spPr>
          <a:xfrm rot="5400000">
            <a:off x="8284979" y="1809660"/>
            <a:ext cx="209549" cy="209549"/>
          </a:xfrm>
          <a:prstGeom prst="triangl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tage-3-to-output-shaft">
            <a:extLst>
              <a:ext uri="{FF2B5EF4-FFF2-40B4-BE49-F238E27FC236}">
                <a16:creationId xmlns:a16="http://schemas.microsoft.com/office/drawing/2014/main" id="{33B8FF44-0C64-425E-AAF8-C09FA37D3F62}"/>
              </a:ext>
            </a:extLst>
          </p:cNvPr>
          <p:cNvSpPr>
            <a:spLocks noGrp="1"/>
          </p:cNvSpPr>
          <p:nvPr/>
        </p:nvSpPr>
        <p:spPr>
          <a:xfrm>
            <a:off x="11485378" y="1895381"/>
            <a:ext cx="200026" cy="381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tage-3-to-output-head">
            <a:extLst>
              <a:ext uri="{FF2B5EF4-FFF2-40B4-BE49-F238E27FC236}">
                <a16:creationId xmlns:a16="http://schemas.microsoft.com/office/drawing/2014/main" id="{19B170DD-E8AC-4781-A81D-DAAF6583DD31}"/>
              </a:ext>
            </a:extLst>
          </p:cNvPr>
          <p:cNvSpPr>
            <a:spLocks noGrp="1"/>
          </p:cNvSpPr>
          <p:nvPr/>
        </p:nvSpPr>
        <p:spPr>
          <a:xfrm rot="5400000">
            <a:off x="11704455" y="1809660"/>
            <a:ext cx="209549" cy="209549"/>
          </a:xfrm>
          <a:prstGeom prst="triangl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output-sql-label">
            <a:extLst>
              <a:ext uri="{FF2B5EF4-FFF2-40B4-BE49-F238E27FC236}">
                <a16:creationId xmlns:a16="http://schemas.microsoft.com/office/drawing/2014/main" id="{1D460326-241C-4129-93B2-738C76E712CD}"/>
              </a:ext>
            </a:extLst>
          </p:cNvPr>
          <p:cNvSpPr>
            <a:spLocks noGrp="1"/>
          </p:cNvSpPr>
          <p:nvPr/>
        </p:nvSpPr>
        <p:spPr>
          <a:xfrm>
            <a:off x="11933052" y="1619157"/>
            <a:ext cx="11239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</a:t>
            </a:r>
          </a:p>
          <a:p>
            <a:pPr algn="ctr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00000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57" name="top-feedback-arrow-segment-1">
            <a:extLst>
              <a:ext uri="{FF2B5EF4-FFF2-40B4-BE49-F238E27FC236}">
                <a16:creationId xmlns:a16="http://schemas.microsoft.com/office/drawing/2014/main" id="{AF1E2329-2948-4D33-8DFC-1B20723E8F40}"/>
              </a:ext>
            </a:extLst>
          </p:cNvPr>
          <p:cNvSpPr>
            <a:spLocks noGrp="1"/>
          </p:cNvSpPr>
          <p:nvPr/>
        </p:nvSpPr>
        <p:spPr>
          <a:xfrm>
            <a:off x="6494276" y="238031"/>
            <a:ext cx="3448050" cy="3810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op-feedback-arrow-segment-2">
            <a:extLst>
              <a:ext uri="{FF2B5EF4-FFF2-40B4-BE49-F238E27FC236}">
                <a16:creationId xmlns:a16="http://schemas.microsoft.com/office/drawing/2014/main" id="{6FC1553F-1F6C-4EE1-ADC2-D7EA2B7AD947}"/>
              </a:ext>
            </a:extLst>
          </p:cNvPr>
          <p:cNvSpPr>
            <a:spLocks noGrp="1"/>
          </p:cNvSpPr>
          <p:nvPr/>
        </p:nvSpPr>
        <p:spPr>
          <a:xfrm>
            <a:off x="9923276" y="238033"/>
            <a:ext cx="38100" cy="43815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op-feedback-arrow-segment-3">
            <a:extLst>
              <a:ext uri="{FF2B5EF4-FFF2-40B4-BE49-F238E27FC236}">
                <a16:creationId xmlns:a16="http://schemas.microsoft.com/office/drawing/2014/main" id="{6EE88C2A-B80D-4272-A38F-588FE6CFE0DD}"/>
              </a:ext>
            </a:extLst>
          </p:cNvPr>
          <p:cNvSpPr>
            <a:spLocks noGrp="1"/>
          </p:cNvSpPr>
          <p:nvPr/>
        </p:nvSpPr>
        <p:spPr>
          <a:xfrm>
            <a:off x="6494276" y="238036"/>
            <a:ext cx="38100" cy="219074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op-feedback-arrow-head">
            <a:extLst>
              <a:ext uri="{FF2B5EF4-FFF2-40B4-BE49-F238E27FC236}">
                <a16:creationId xmlns:a16="http://schemas.microsoft.com/office/drawing/2014/main" id="{D30D2B9D-43C6-4D28-9122-28BD2A5BB2A2}"/>
              </a:ext>
            </a:extLst>
          </p:cNvPr>
          <p:cNvSpPr>
            <a:spLocks noGrp="1"/>
          </p:cNvSpPr>
          <p:nvPr/>
        </p:nvSpPr>
        <p:spPr>
          <a:xfrm rot="10800000">
            <a:off x="6389507" y="438062"/>
            <a:ext cx="238125" cy="238125"/>
          </a:xfrm>
          <a:prstGeom prst="triangl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tage-1-row-2">
            <a:extLst>
              <a:ext uri="{FF2B5EF4-FFF2-40B4-BE49-F238E27FC236}">
                <a16:creationId xmlns:a16="http://schemas.microsoft.com/office/drawing/2014/main" id="{0F8011E8-9FCB-1FDB-3700-8546A3720A90}"/>
              </a:ext>
            </a:extLst>
          </p:cNvPr>
          <p:cNvSpPr>
            <a:spLocks noGrp="1"/>
          </p:cNvSpPr>
          <p:nvPr/>
        </p:nvSpPr>
        <p:spPr>
          <a:xfrm>
            <a:off x="1903231" y="3114587"/>
            <a:ext cx="2752725" cy="847725"/>
          </a:xfrm>
          <a:prstGeom prst="rect">
            <a:avLst/>
          </a:prstGeom>
          <a:solidFill>
            <a:srgbClr val="CFCFCF"/>
          </a:solidFill>
          <a:ln w="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tage-1-row-2-text">
            <a:extLst>
              <a:ext uri="{FF2B5EF4-FFF2-40B4-BE49-F238E27FC236}">
                <a16:creationId xmlns:a16="http://schemas.microsoft.com/office/drawing/2014/main" id="{7B59219D-A6D4-3386-56E8-EF77A22A0B6A}"/>
              </a:ext>
            </a:extLst>
          </p:cNvPr>
          <p:cNvSpPr>
            <a:spLocks noGrp="1"/>
          </p:cNvSpPr>
          <p:nvPr/>
        </p:nvSpPr>
        <p:spPr>
          <a:xfrm>
            <a:off x="2017531" y="3171737"/>
            <a:ext cx="2524125" cy="733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3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Information</a:t>
            </a:r>
          </a:p>
          <a:p>
            <a:pPr algn="ctr">
              <a:defRPr sz="23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000000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68" name="stage-2-row-2">
            <a:extLst>
              <a:ext uri="{FF2B5EF4-FFF2-40B4-BE49-F238E27FC236}">
                <a16:creationId xmlns:a16="http://schemas.microsoft.com/office/drawing/2014/main" id="{4D5D6EDB-3CCD-274F-CE2E-A073BCDC7123}"/>
              </a:ext>
            </a:extLst>
          </p:cNvPr>
          <p:cNvSpPr>
            <a:spLocks noGrp="1"/>
          </p:cNvSpPr>
          <p:nvPr/>
        </p:nvSpPr>
        <p:spPr>
          <a:xfrm>
            <a:off x="5246501" y="3114587"/>
            <a:ext cx="2571750" cy="847725"/>
          </a:xfrm>
          <a:prstGeom prst="rect">
            <a:avLst/>
          </a:prstGeom>
          <a:solidFill>
            <a:srgbClr val="CFCFCF"/>
          </a:solidFill>
          <a:ln w="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tage-2-row-2-text">
            <a:extLst>
              <a:ext uri="{FF2B5EF4-FFF2-40B4-BE49-F238E27FC236}">
                <a16:creationId xmlns:a16="http://schemas.microsoft.com/office/drawing/2014/main" id="{E915D23F-142A-1BC0-A355-8B2C09831D28}"/>
              </a:ext>
            </a:extLst>
          </p:cNvPr>
          <p:cNvSpPr>
            <a:spLocks noGrp="1"/>
          </p:cNvSpPr>
          <p:nvPr/>
        </p:nvSpPr>
        <p:spPr>
          <a:xfrm>
            <a:off x="5360801" y="3171737"/>
            <a:ext cx="2343150" cy="733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550">
                <a:solidFill>
                  <a:srgbClr val="000000"/>
                </a:solidFill>
                <a:latin typeface="Arial"/>
                <a:ea typeface="Arial"/>
                <a:cs typeface="Arial"/>
              </a:rPr>
              <a:t>LLM</a:t>
            </a:r>
            <a:endParaRPr sz="25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tage-3-row-1">
            <a:extLst>
              <a:ext uri="{FF2B5EF4-FFF2-40B4-BE49-F238E27FC236}">
                <a16:creationId xmlns:a16="http://schemas.microsoft.com/office/drawing/2014/main" id="{17508E66-F5A3-7C52-1954-354F6B378506}"/>
              </a:ext>
            </a:extLst>
          </p:cNvPr>
          <p:cNvSpPr>
            <a:spLocks noGrp="1"/>
          </p:cNvSpPr>
          <p:nvPr/>
        </p:nvSpPr>
        <p:spPr>
          <a:xfrm>
            <a:off x="8608827" y="1266735"/>
            <a:ext cx="2705100" cy="847725"/>
          </a:xfrm>
          <a:prstGeom prst="rect">
            <a:avLst/>
          </a:prstGeom>
          <a:solidFill>
            <a:srgbClr val="CFCFCF"/>
          </a:solidFill>
          <a:ln w="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tage-3-row-1-text">
            <a:extLst>
              <a:ext uri="{FF2B5EF4-FFF2-40B4-BE49-F238E27FC236}">
                <a16:creationId xmlns:a16="http://schemas.microsoft.com/office/drawing/2014/main" id="{A75DF627-B034-CC0D-3D01-EC9092AFC383}"/>
              </a:ext>
            </a:extLst>
          </p:cNvPr>
          <p:cNvSpPr>
            <a:spLocks noGrp="1"/>
          </p:cNvSpPr>
          <p:nvPr/>
        </p:nvSpPr>
        <p:spPr>
          <a:xfrm>
            <a:off x="8723127" y="1323885"/>
            <a:ext cx="2476500" cy="733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5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550">
                <a:solidFill>
                  <a:srgbClr val="000000"/>
                </a:solidFill>
                <a:latin typeface="Arial"/>
                <a:ea typeface="Arial"/>
                <a:cs typeface="Arial"/>
              </a:rPr>
              <a:t>Ex</a:t>
            </a:r>
            <a:r>
              <a:rPr lang="en-US" altLang="zh-CN" sz="2550">
                <a:solidFill>
                  <a:srgbClr val="000000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sz="2550">
                <a:solidFill>
                  <a:srgbClr val="000000"/>
                </a:solidFill>
                <a:latin typeface="Arial"/>
                <a:ea typeface="Arial"/>
                <a:cs typeface="Arial"/>
              </a:rPr>
              <a:t>cution Validation</a:t>
            </a:r>
            <a:endParaRPr sz="25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5054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29</Words>
  <Application>Microsoft Office PowerPoint</Application>
  <PresentationFormat>自定义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lin</dc:creator>
  <cp:lastModifiedBy>li lin</cp:lastModifiedBy>
  <cp:revision>8</cp:revision>
  <dcterms:created xsi:type="dcterms:W3CDTF">2023-08-09T12:44:00Z</dcterms:created>
  <dcterms:modified xsi:type="dcterms:W3CDTF">2026-07-01T02:42:17Z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