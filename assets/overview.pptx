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sldIdLst>
    <p:sldId id="257" r:id="rId2"/>
  </p:sldIdLst>
  <p:sldSz cx="11725275" cy="476885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36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6" y="828"/>
      </p:cViewPr>
      <p:guideLst>
        <p:guide orient="horz" pos="1502"/>
        <p:guide pos="369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465662" y="780459"/>
            <a:ext cx="8793957" cy="1660266"/>
          </a:xfrm>
        </p:spPr>
        <p:txBody>
          <a:bodyPr anchor="b"/>
          <a:lstStyle>
            <a:lvl1pPr algn="ctr">
              <a:defRPr sz="505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65662" y="2504753"/>
            <a:ext cx="8793957" cy="1151368"/>
          </a:xfrm>
        </p:spPr>
        <p:txBody>
          <a:bodyPr/>
          <a:lstStyle>
            <a:lvl1pPr marL="0" indent="0" algn="ctr">
              <a:buNone/>
              <a:defRPr sz="2023"/>
            </a:lvl1pPr>
            <a:lvl2pPr marL="385251" indent="0" algn="ctr">
              <a:buNone/>
              <a:defRPr sz="1685"/>
            </a:lvl2pPr>
            <a:lvl3pPr marL="770501" indent="0" algn="ctr">
              <a:buNone/>
              <a:defRPr sz="1517"/>
            </a:lvl3pPr>
            <a:lvl4pPr marL="1155752" indent="0" algn="ctr">
              <a:buNone/>
              <a:defRPr sz="1348"/>
            </a:lvl4pPr>
            <a:lvl5pPr marL="1541002" indent="0" algn="ctr">
              <a:buNone/>
              <a:defRPr sz="1348"/>
            </a:lvl5pPr>
            <a:lvl6pPr marL="1926254" indent="0" algn="ctr">
              <a:buNone/>
              <a:defRPr sz="1348"/>
            </a:lvl6pPr>
            <a:lvl7pPr marL="2311503" indent="0" algn="ctr">
              <a:buNone/>
              <a:defRPr sz="1348"/>
            </a:lvl7pPr>
            <a:lvl8pPr marL="2696754" indent="0" algn="ctr">
              <a:buNone/>
              <a:defRPr sz="1348"/>
            </a:lvl8pPr>
            <a:lvl9pPr marL="3082004" indent="0" algn="ctr">
              <a:buNone/>
              <a:defRPr sz="1348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5051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3805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009" y="1188906"/>
            <a:ext cx="10113049" cy="1983708"/>
          </a:xfrm>
        </p:spPr>
        <p:txBody>
          <a:bodyPr anchor="b"/>
          <a:lstStyle>
            <a:lvl1pPr>
              <a:defRPr sz="505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0009" y="3191376"/>
            <a:ext cx="10113049" cy="1043186"/>
          </a:xfrm>
        </p:spPr>
        <p:txBody>
          <a:bodyPr/>
          <a:lstStyle>
            <a:lvl1pPr marL="0" indent="0">
              <a:buNone/>
              <a:defRPr sz="2023">
                <a:solidFill>
                  <a:schemeClr val="tx1">
                    <a:tint val="75000"/>
                  </a:schemeClr>
                </a:solidFill>
              </a:defRPr>
            </a:lvl1pPr>
            <a:lvl2pPr marL="385251" indent="0">
              <a:buNone/>
              <a:defRPr sz="1685">
                <a:solidFill>
                  <a:schemeClr val="tx1">
                    <a:tint val="75000"/>
                  </a:schemeClr>
                </a:solidFill>
              </a:defRPr>
            </a:lvl2pPr>
            <a:lvl3pPr marL="770501" indent="0">
              <a:buNone/>
              <a:defRPr sz="1517">
                <a:solidFill>
                  <a:schemeClr val="tx1">
                    <a:tint val="75000"/>
                  </a:schemeClr>
                </a:solidFill>
              </a:defRPr>
            </a:lvl3pPr>
            <a:lvl4pPr marL="1155752" indent="0">
              <a:buNone/>
              <a:defRPr sz="1348">
                <a:solidFill>
                  <a:schemeClr val="tx1">
                    <a:tint val="75000"/>
                  </a:schemeClr>
                </a:solidFill>
              </a:defRPr>
            </a:lvl4pPr>
            <a:lvl5pPr marL="1541002" indent="0">
              <a:buNone/>
              <a:defRPr sz="1348">
                <a:solidFill>
                  <a:schemeClr val="tx1">
                    <a:tint val="75000"/>
                  </a:schemeClr>
                </a:solidFill>
              </a:defRPr>
            </a:lvl5pPr>
            <a:lvl6pPr marL="1926254" indent="0">
              <a:buNone/>
              <a:defRPr sz="1348">
                <a:solidFill>
                  <a:schemeClr val="tx1">
                    <a:tint val="75000"/>
                  </a:schemeClr>
                </a:solidFill>
              </a:defRPr>
            </a:lvl6pPr>
            <a:lvl7pPr marL="2311503" indent="0">
              <a:buNone/>
              <a:defRPr sz="1348">
                <a:solidFill>
                  <a:schemeClr val="tx1">
                    <a:tint val="75000"/>
                  </a:schemeClr>
                </a:solidFill>
              </a:defRPr>
            </a:lvl7pPr>
            <a:lvl8pPr marL="2696754" indent="0">
              <a:buNone/>
              <a:defRPr sz="1348">
                <a:solidFill>
                  <a:schemeClr val="tx1">
                    <a:tint val="75000"/>
                  </a:schemeClr>
                </a:solidFill>
              </a:defRPr>
            </a:lvl8pPr>
            <a:lvl9pPr marL="3082004" indent="0">
              <a:buNone/>
              <a:defRPr sz="13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75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06117" y="1269486"/>
            <a:ext cx="4983243" cy="30257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35925" y="1269486"/>
            <a:ext cx="4983243" cy="302579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4019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644" y="253898"/>
            <a:ext cx="10113049" cy="92175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7646" y="1169032"/>
            <a:ext cx="4960340" cy="572924"/>
          </a:xfrm>
        </p:spPr>
        <p:txBody>
          <a:bodyPr anchor="b"/>
          <a:lstStyle>
            <a:lvl1pPr marL="0" indent="0">
              <a:buNone/>
              <a:defRPr sz="2023" b="1"/>
            </a:lvl1pPr>
            <a:lvl2pPr marL="385251" indent="0">
              <a:buNone/>
              <a:defRPr sz="1685" b="1"/>
            </a:lvl2pPr>
            <a:lvl3pPr marL="770501" indent="0">
              <a:buNone/>
              <a:defRPr sz="1517" b="1"/>
            </a:lvl3pPr>
            <a:lvl4pPr marL="1155752" indent="0">
              <a:buNone/>
              <a:defRPr sz="1348" b="1"/>
            </a:lvl4pPr>
            <a:lvl5pPr marL="1541002" indent="0">
              <a:buNone/>
              <a:defRPr sz="1348" b="1"/>
            </a:lvl5pPr>
            <a:lvl6pPr marL="1926254" indent="0">
              <a:buNone/>
              <a:defRPr sz="1348" b="1"/>
            </a:lvl6pPr>
            <a:lvl7pPr marL="2311503" indent="0">
              <a:buNone/>
              <a:defRPr sz="1348" b="1"/>
            </a:lvl7pPr>
            <a:lvl8pPr marL="2696754" indent="0">
              <a:buNone/>
              <a:defRPr sz="1348" b="1"/>
            </a:lvl8pPr>
            <a:lvl9pPr marL="3082004" indent="0">
              <a:buNone/>
              <a:defRPr sz="13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07646" y="1741958"/>
            <a:ext cx="4960340" cy="25621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935922" y="1169032"/>
            <a:ext cx="4984769" cy="572924"/>
          </a:xfrm>
        </p:spPr>
        <p:txBody>
          <a:bodyPr anchor="b"/>
          <a:lstStyle>
            <a:lvl1pPr marL="0" indent="0">
              <a:buNone/>
              <a:defRPr sz="2023" b="1"/>
            </a:lvl1pPr>
            <a:lvl2pPr marL="385251" indent="0">
              <a:buNone/>
              <a:defRPr sz="1685" b="1"/>
            </a:lvl2pPr>
            <a:lvl3pPr marL="770501" indent="0">
              <a:buNone/>
              <a:defRPr sz="1517" b="1"/>
            </a:lvl3pPr>
            <a:lvl4pPr marL="1155752" indent="0">
              <a:buNone/>
              <a:defRPr sz="1348" b="1"/>
            </a:lvl4pPr>
            <a:lvl5pPr marL="1541002" indent="0">
              <a:buNone/>
              <a:defRPr sz="1348" b="1"/>
            </a:lvl5pPr>
            <a:lvl6pPr marL="1926254" indent="0">
              <a:buNone/>
              <a:defRPr sz="1348" b="1"/>
            </a:lvl6pPr>
            <a:lvl7pPr marL="2311503" indent="0">
              <a:buNone/>
              <a:defRPr sz="1348" b="1"/>
            </a:lvl7pPr>
            <a:lvl8pPr marL="2696754" indent="0">
              <a:buNone/>
              <a:defRPr sz="1348" b="1"/>
            </a:lvl8pPr>
            <a:lvl9pPr marL="3082004" indent="0">
              <a:buNone/>
              <a:defRPr sz="13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935922" y="1741958"/>
            <a:ext cx="4984769" cy="256215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5052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9830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6776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643" y="317926"/>
            <a:ext cx="3781706" cy="1112732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984773" y="686627"/>
            <a:ext cx="5935920" cy="3388974"/>
          </a:xfrm>
        </p:spPr>
        <p:txBody>
          <a:bodyPr/>
          <a:lstStyle>
            <a:lvl1pPr>
              <a:defRPr sz="2696"/>
            </a:lvl1pPr>
            <a:lvl2pPr>
              <a:defRPr sz="2359"/>
            </a:lvl2pPr>
            <a:lvl3pPr>
              <a:defRPr sz="2023"/>
            </a:lvl3pPr>
            <a:lvl4pPr>
              <a:defRPr sz="1685"/>
            </a:lvl4pPr>
            <a:lvl5pPr>
              <a:defRPr sz="1685"/>
            </a:lvl5pPr>
            <a:lvl6pPr>
              <a:defRPr sz="1685"/>
            </a:lvl6pPr>
            <a:lvl7pPr>
              <a:defRPr sz="1685"/>
            </a:lvl7pPr>
            <a:lvl8pPr>
              <a:defRPr sz="1685"/>
            </a:lvl8pPr>
            <a:lvl9pPr>
              <a:defRPr sz="168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07643" y="1430660"/>
            <a:ext cx="3781706" cy="2650465"/>
          </a:xfrm>
        </p:spPr>
        <p:txBody>
          <a:bodyPr/>
          <a:lstStyle>
            <a:lvl1pPr marL="0" indent="0">
              <a:buNone/>
              <a:defRPr sz="1348"/>
            </a:lvl1pPr>
            <a:lvl2pPr marL="385251" indent="0">
              <a:buNone/>
              <a:defRPr sz="1181"/>
            </a:lvl2pPr>
            <a:lvl3pPr marL="770501" indent="0">
              <a:buNone/>
              <a:defRPr sz="1011"/>
            </a:lvl3pPr>
            <a:lvl4pPr marL="1155752" indent="0">
              <a:buNone/>
              <a:defRPr sz="843"/>
            </a:lvl4pPr>
            <a:lvl5pPr marL="1541002" indent="0">
              <a:buNone/>
              <a:defRPr sz="843"/>
            </a:lvl5pPr>
            <a:lvl6pPr marL="1926254" indent="0">
              <a:buNone/>
              <a:defRPr sz="843"/>
            </a:lvl6pPr>
            <a:lvl7pPr marL="2311503" indent="0">
              <a:buNone/>
              <a:defRPr sz="843"/>
            </a:lvl7pPr>
            <a:lvl8pPr marL="2696754" indent="0">
              <a:buNone/>
              <a:defRPr sz="843"/>
            </a:lvl8pPr>
            <a:lvl9pPr marL="3082004" indent="0">
              <a:buNone/>
              <a:defRPr sz="84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6126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7643" y="317926"/>
            <a:ext cx="3781706" cy="1112732"/>
          </a:xfrm>
        </p:spPr>
        <p:txBody>
          <a:bodyPr anchor="b"/>
          <a:lstStyle>
            <a:lvl1pPr>
              <a:defRPr sz="2696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984773" y="686627"/>
            <a:ext cx="5935920" cy="3388974"/>
          </a:xfrm>
        </p:spPr>
        <p:txBody>
          <a:bodyPr/>
          <a:lstStyle>
            <a:lvl1pPr marL="0" indent="0">
              <a:buNone/>
              <a:defRPr sz="2696"/>
            </a:lvl1pPr>
            <a:lvl2pPr marL="385251" indent="0">
              <a:buNone/>
              <a:defRPr sz="2359"/>
            </a:lvl2pPr>
            <a:lvl3pPr marL="770501" indent="0">
              <a:buNone/>
              <a:defRPr sz="2023"/>
            </a:lvl3pPr>
            <a:lvl4pPr marL="1155752" indent="0">
              <a:buNone/>
              <a:defRPr sz="1685"/>
            </a:lvl4pPr>
            <a:lvl5pPr marL="1541002" indent="0">
              <a:buNone/>
              <a:defRPr sz="1685"/>
            </a:lvl5pPr>
            <a:lvl6pPr marL="1926254" indent="0">
              <a:buNone/>
              <a:defRPr sz="1685"/>
            </a:lvl6pPr>
            <a:lvl7pPr marL="2311503" indent="0">
              <a:buNone/>
              <a:defRPr sz="1685"/>
            </a:lvl7pPr>
            <a:lvl8pPr marL="2696754" indent="0">
              <a:buNone/>
              <a:defRPr sz="1685"/>
            </a:lvl8pPr>
            <a:lvl9pPr marL="3082004" indent="0">
              <a:buNone/>
              <a:defRPr sz="168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07643" y="1430660"/>
            <a:ext cx="3781706" cy="2650465"/>
          </a:xfrm>
        </p:spPr>
        <p:txBody>
          <a:bodyPr/>
          <a:lstStyle>
            <a:lvl1pPr marL="0" indent="0">
              <a:buNone/>
              <a:defRPr sz="1348"/>
            </a:lvl1pPr>
            <a:lvl2pPr marL="385251" indent="0">
              <a:buNone/>
              <a:defRPr sz="1181"/>
            </a:lvl2pPr>
            <a:lvl3pPr marL="770501" indent="0">
              <a:buNone/>
              <a:defRPr sz="1011"/>
            </a:lvl3pPr>
            <a:lvl4pPr marL="1155752" indent="0">
              <a:buNone/>
              <a:defRPr sz="843"/>
            </a:lvl4pPr>
            <a:lvl5pPr marL="1541002" indent="0">
              <a:buNone/>
              <a:defRPr sz="843"/>
            </a:lvl5pPr>
            <a:lvl6pPr marL="1926254" indent="0">
              <a:buNone/>
              <a:defRPr sz="843"/>
            </a:lvl6pPr>
            <a:lvl7pPr marL="2311503" indent="0">
              <a:buNone/>
              <a:defRPr sz="843"/>
            </a:lvl7pPr>
            <a:lvl8pPr marL="2696754" indent="0">
              <a:buNone/>
              <a:defRPr sz="843"/>
            </a:lvl8pPr>
            <a:lvl9pPr marL="3082004" indent="0">
              <a:buNone/>
              <a:defRPr sz="84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312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087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90905" y="253897"/>
            <a:ext cx="2528262" cy="40413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06114" y="253897"/>
            <a:ext cx="7438222" cy="40413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4456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06116" y="253898"/>
            <a:ext cx="10113049" cy="9217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06116" y="1269486"/>
            <a:ext cx="10113049" cy="3025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06114" y="4420024"/>
            <a:ext cx="2638187" cy="25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2026/6/30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884001" y="4420024"/>
            <a:ext cx="3957280" cy="25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80978" y="4420024"/>
            <a:ext cx="2638187" cy="2538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1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797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70501" rtl="0" eaLnBrk="1" latinLnBrk="0" hangingPunct="1">
        <a:lnSpc>
          <a:spcPct val="90000"/>
        </a:lnSpc>
        <a:spcBef>
          <a:spcPct val="0"/>
        </a:spcBef>
        <a:buNone/>
        <a:defRPr sz="370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625" indent="-192625" algn="l" defTabSz="770501" rtl="0" eaLnBrk="1" latinLnBrk="0" hangingPunct="1">
        <a:lnSpc>
          <a:spcPct val="90000"/>
        </a:lnSpc>
        <a:spcBef>
          <a:spcPts val="843"/>
        </a:spcBef>
        <a:buFont typeface="Arial" panose="020B0604020202020204" pitchFamily="34" charset="0"/>
        <a:buChar char="•"/>
        <a:defRPr sz="2359" kern="1200">
          <a:solidFill>
            <a:schemeClr val="tx1"/>
          </a:solidFill>
          <a:latin typeface="+mn-lt"/>
          <a:ea typeface="+mn-ea"/>
          <a:cs typeface="+mn-cs"/>
        </a:defRPr>
      </a:lvl1pPr>
      <a:lvl2pPr marL="577876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2023" kern="1200">
          <a:solidFill>
            <a:schemeClr val="tx1"/>
          </a:solidFill>
          <a:latin typeface="+mn-lt"/>
          <a:ea typeface="+mn-ea"/>
          <a:cs typeface="+mn-cs"/>
        </a:defRPr>
      </a:lvl2pPr>
      <a:lvl3pPr marL="963126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685" kern="1200">
          <a:solidFill>
            <a:schemeClr val="tx1"/>
          </a:solidFill>
          <a:latin typeface="+mn-lt"/>
          <a:ea typeface="+mn-ea"/>
          <a:cs typeface="+mn-cs"/>
        </a:defRPr>
      </a:lvl3pPr>
      <a:lvl4pPr marL="1348378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733627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2118878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504130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889379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274630" indent="-192625" algn="l" defTabSz="770501" rtl="0" eaLnBrk="1" latinLnBrk="0" hangingPunct="1">
        <a:lnSpc>
          <a:spcPct val="90000"/>
        </a:lnSpc>
        <a:spcBef>
          <a:spcPts val="422"/>
        </a:spcBef>
        <a:buFont typeface="Arial" panose="020B0604020202020204" pitchFamily="34" charset="0"/>
        <a:buChar char="•"/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1pPr>
      <a:lvl2pPr marL="385251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770501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3pPr>
      <a:lvl4pPr marL="1155752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4pPr>
      <a:lvl5pPr marL="1541002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5pPr>
      <a:lvl6pPr marL="1926254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6pPr>
      <a:lvl7pPr marL="2311503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7pPr>
      <a:lvl8pPr marL="2696754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8pPr>
      <a:lvl9pPr marL="3082004" algn="l" defTabSz="770501" rtl="0" eaLnBrk="1" latinLnBrk="0" hangingPunct="1">
        <a:defRPr sz="15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流程图: 磁盘 43">
            <a:extLst>
              <a:ext uri="{FF2B5EF4-FFF2-40B4-BE49-F238E27FC236}">
                <a16:creationId xmlns:a16="http://schemas.microsoft.com/office/drawing/2014/main" id="{02C931F5-BE88-1FCF-D767-E7AB585DA669}"/>
              </a:ext>
            </a:extLst>
          </p:cNvPr>
          <p:cNvSpPr/>
          <p:nvPr/>
        </p:nvSpPr>
        <p:spPr>
          <a:xfrm>
            <a:off x="7316748" y="1478426"/>
            <a:ext cx="4127138" cy="1605908"/>
          </a:xfrm>
          <a:prstGeom prst="flowChartMagneticDisk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072" dirty="0"/>
          </a:p>
        </p:txBody>
      </p:sp>
      <p:sp>
        <p:nvSpPr>
          <p:cNvPr id="31" name="矩形: 圆角 30"/>
          <p:cNvSpPr/>
          <p:nvPr/>
        </p:nvSpPr>
        <p:spPr>
          <a:xfrm>
            <a:off x="239052" y="1462125"/>
            <a:ext cx="2795508" cy="2979833"/>
          </a:xfrm>
          <a:prstGeom prst="roundRect">
            <a:avLst>
              <a:gd name="adj" fmla="val 6344"/>
            </a:avLst>
          </a:prstGeom>
          <a:solidFill>
            <a:schemeClr val="accent5">
              <a:lumMod val="40000"/>
              <a:lumOff val="60000"/>
            </a:schemeClr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2"/>
          </a:p>
        </p:txBody>
      </p:sp>
      <p:sp>
        <p:nvSpPr>
          <p:cNvPr id="4" name="矩形: 圆角 3"/>
          <p:cNvSpPr/>
          <p:nvPr/>
        </p:nvSpPr>
        <p:spPr>
          <a:xfrm>
            <a:off x="3585880" y="103032"/>
            <a:ext cx="2815187" cy="985860"/>
          </a:xfrm>
          <a:prstGeom prst="roundRect">
            <a:avLst>
              <a:gd name="adj" fmla="val 12460"/>
            </a:avLst>
          </a:prstGeom>
          <a:solidFill>
            <a:srgbClr val="E6D5F3"/>
          </a:solidFill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2"/>
          </a:p>
        </p:txBody>
      </p:sp>
      <p:sp>
        <p:nvSpPr>
          <p:cNvPr id="5" name="文本框 4"/>
          <p:cNvSpPr txBox="1"/>
          <p:nvPr/>
        </p:nvSpPr>
        <p:spPr>
          <a:xfrm>
            <a:off x="3678717" y="104174"/>
            <a:ext cx="30660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Meta-Cognitive Controller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3986219" y="431359"/>
            <a:ext cx="1974015" cy="642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1"/>
              <a:t>Strategy </a:t>
            </a:r>
            <a:r>
              <a:rPr lang="en-US" altLang="zh-CN" sz="1191" dirty="0"/>
              <a:t>Selection</a:t>
            </a:r>
          </a:p>
          <a:p>
            <a:pPr algn="ctr"/>
            <a:r>
              <a:rPr lang="en-US" altLang="zh-CN" sz="1191" dirty="0"/>
              <a:t>Convergence Monitoring</a:t>
            </a:r>
          </a:p>
          <a:p>
            <a:pPr algn="ctr"/>
            <a:r>
              <a:rPr lang="en-US" altLang="zh-CN" sz="1191" dirty="0"/>
              <a:t>Self-Reflection</a:t>
            </a:r>
            <a:endParaRPr lang="zh-CN" altLang="en-US" sz="1191" dirty="0"/>
          </a:p>
        </p:txBody>
      </p:sp>
      <p:sp>
        <p:nvSpPr>
          <p:cNvPr id="30" name="文本框 29"/>
          <p:cNvSpPr txBox="1"/>
          <p:nvPr/>
        </p:nvSpPr>
        <p:spPr>
          <a:xfrm>
            <a:off x="660706" y="1548389"/>
            <a:ext cx="20768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/>
              <a:t>Generation </a:t>
            </a:r>
            <a:r>
              <a:rPr lang="en-US" altLang="zh-CN" b="1" dirty="0"/>
              <a:t>Phase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8867015" y="820023"/>
            <a:ext cx="2217932" cy="642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1" dirty="0"/>
              <a:t>Expert Rules</a:t>
            </a:r>
            <a:br>
              <a:rPr lang="en-US" altLang="zh-CN" sz="1191" dirty="0"/>
            </a:br>
            <a:r>
              <a:rPr lang="en-US" altLang="zh-CN" sz="1191" dirty="0"/>
              <a:t>Historical Cases</a:t>
            </a:r>
            <a:br>
              <a:rPr lang="en-US" altLang="zh-CN" sz="1191" dirty="0"/>
            </a:br>
            <a:r>
              <a:rPr lang="en-US" altLang="zh-CN" sz="1191" dirty="0"/>
              <a:t>Optimization Patterns</a:t>
            </a:r>
            <a:endParaRPr lang="zh-CN" altLang="en-US" sz="1191" dirty="0"/>
          </a:p>
        </p:txBody>
      </p:sp>
      <p:sp>
        <p:nvSpPr>
          <p:cNvPr id="35" name="矩形: 圆角 34"/>
          <p:cNvSpPr/>
          <p:nvPr/>
        </p:nvSpPr>
        <p:spPr>
          <a:xfrm>
            <a:off x="3545386" y="1444061"/>
            <a:ext cx="2855681" cy="2979833"/>
          </a:xfrm>
          <a:prstGeom prst="roundRect">
            <a:avLst>
              <a:gd name="adj" fmla="val 6344"/>
            </a:avLst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2"/>
          </a:p>
        </p:txBody>
      </p:sp>
      <p:sp>
        <p:nvSpPr>
          <p:cNvPr id="36" name="矩形: 圆角 35"/>
          <p:cNvSpPr/>
          <p:nvPr/>
        </p:nvSpPr>
        <p:spPr>
          <a:xfrm>
            <a:off x="3832870" y="1951499"/>
            <a:ext cx="2311497" cy="4574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2"/>
          </a:p>
        </p:txBody>
      </p:sp>
      <p:sp>
        <p:nvSpPr>
          <p:cNvPr id="38" name="文本框 37"/>
          <p:cNvSpPr txBox="1"/>
          <p:nvPr/>
        </p:nvSpPr>
        <p:spPr>
          <a:xfrm>
            <a:off x="4153206" y="2033048"/>
            <a:ext cx="2007851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/>
              <a:t>Explain Analyzer Agent</a:t>
            </a:r>
            <a:endParaRPr lang="zh-CN" altLang="en-US" sz="1549"/>
          </a:p>
        </p:txBody>
      </p:sp>
      <p:sp>
        <p:nvSpPr>
          <p:cNvPr id="39" name="矩形: 圆角 38"/>
          <p:cNvSpPr/>
          <p:nvPr/>
        </p:nvSpPr>
        <p:spPr>
          <a:xfrm>
            <a:off x="3857878" y="2705103"/>
            <a:ext cx="2311497" cy="4446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2"/>
          </a:p>
        </p:txBody>
      </p:sp>
      <p:sp>
        <p:nvSpPr>
          <p:cNvPr id="40" name="文本框 39"/>
          <p:cNvSpPr txBox="1"/>
          <p:nvPr/>
        </p:nvSpPr>
        <p:spPr>
          <a:xfrm>
            <a:off x="4288855" y="2758311"/>
            <a:ext cx="2007851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 dirty="0"/>
              <a:t>SQL Rewriter Agent</a:t>
            </a:r>
            <a:endParaRPr lang="zh-CN" altLang="en-US" sz="1549" dirty="0"/>
          </a:p>
        </p:txBody>
      </p:sp>
      <p:sp>
        <p:nvSpPr>
          <p:cNvPr id="41" name="矩形: 圆角 40"/>
          <p:cNvSpPr/>
          <p:nvPr/>
        </p:nvSpPr>
        <p:spPr>
          <a:xfrm>
            <a:off x="3867057" y="3405471"/>
            <a:ext cx="2290583" cy="41571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72"/>
          </a:p>
        </p:txBody>
      </p:sp>
      <p:sp>
        <p:nvSpPr>
          <p:cNvPr id="42" name="文本框 41"/>
          <p:cNvSpPr txBox="1"/>
          <p:nvPr/>
        </p:nvSpPr>
        <p:spPr>
          <a:xfrm>
            <a:off x="4235113" y="3436357"/>
            <a:ext cx="1720624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549" dirty="0"/>
              <a:t> Validator Agent</a:t>
            </a:r>
            <a:endParaRPr lang="zh-CN" altLang="en-US" sz="1549" dirty="0"/>
          </a:p>
        </p:txBody>
      </p:sp>
      <p:sp>
        <p:nvSpPr>
          <p:cNvPr id="45" name="文本框 44"/>
          <p:cNvSpPr txBox="1"/>
          <p:nvPr/>
        </p:nvSpPr>
        <p:spPr>
          <a:xfrm>
            <a:off x="4008979" y="1487901"/>
            <a:ext cx="20758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Optimization Loop</a:t>
            </a:r>
            <a:endParaRPr lang="zh-CN" altLang="en-US" b="1" dirty="0"/>
          </a:p>
        </p:txBody>
      </p:sp>
      <p:cxnSp>
        <p:nvCxnSpPr>
          <p:cNvPr id="64" name="连接符: 肘形 63"/>
          <p:cNvCxnSpPr>
            <a:cxnSpLocks/>
            <a:stCxn id="4" idx="1"/>
            <a:endCxn id="31" idx="0"/>
          </p:cNvCxnSpPr>
          <p:nvPr/>
        </p:nvCxnSpPr>
        <p:spPr>
          <a:xfrm rot="10800000" flipV="1">
            <a:off x="1636808" y="595961"/>
            <a:ext cx="1949071" cy="866162"/>
          </a:xfrm>
          <a:prstGeom prst="bentConnector2">
            <a:avLst/>
          </a:prstGeom>
          <a:ln w="38100"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连接符: 肘形 65"/>
          <p:cNvCxnSpPr>
            <a:cxnSpLocks/>
            <a:stCxn id="4" idx="3"/>
            <a:endCxn id="34" idx="0"/>
          </p:cNvCxnSpPr>
          <p:nvPr/>
        </p:nvCxnSpPr>
        <p:spPr>
          <a:xfrm>
            <a:off x="6401067" y="595962"/>
            <a:ext cx="3574915" cy="224060"/>
          </a:xfrm>
          <a:prstGeom prst="bentConnector2">
            <a:avLst/>
          </a:prstGeom>
          <a:ln w="38100"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文本框 77"/>
          <p:cNvSpPr txBox="1"/>
          <p:nvPr/>
        </p:nvSpPr>
        <p:spPr>
          <a:xfrm>
            <a:off x="3678715" y="4005759"/>
            <a:ext cx="26927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FF0000"/>
                </a:solidFill>
              </a:rPr>
              <a:t>High-Performance </a:t>
            </a:r>
            <a:r>
              <a:rPr lang="en-US" altLang="zh-CN">
                <a:solidFill>
                  <a:srgbClr val="FF0000"/>
                </a:solidFill>
              </a:rPr>
              <a:t>SQL 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1220623" y="200434"/>
            <a:ext cx="1573160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/>
              <a:t>Self-reflection</a:t>
            </a:r>
            <a:endParaRPr lang="zh-CN" altLang="en-US" sz="1549"/>
          </a:p>
        </p:txBody>
      </p:sp>
      <p:sp>
        <p:nvSpPr>
          <p:cNvPr id="83" name="文本框 82"/>
          <p:cNvSpPr txBox="1"/>
          <p:nvPr/>
        </p:nvSpPr>
        <p:spPr>
          <a:xfrm>
            <a:off x="7571165" y="200434"/>
            <a:ext cx="1573160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 dirty="0"/>
              <a:t>Self-reflection</a:t>
            </a:r>
            <a:endParaRPr lang="zh-CN" altLang="en-US" sz="1549" dirty="0"/>
          </a:p>
        </p:txBody>
      </p:sp>
      <p:cxnSp>
        <p:nvCxnSpPr>
          <p:cNvPr id="85" name="直接箭头连接符 84"/>
          <p:cNvCxnSpPr>
            <a:cxnSpLocks/>
            <a:stCxn id="6" idx="2"/>
            <a:endCxn id="35" idx="0"/>
          </p:cNvCxnSpPr>
          <p:nvPr/>
        </p:nvCxnSpPr>
        <p:spPr>
          <a:xfrm>
            <a:off x="4973226" y="1073458"/>
            <a:ext cx="0" cy="370603"/>
          </a:xfrm>
          <a:prstGeom prst="straightConnector1">
            <a:avLst/>
          </a:prstGeom>
          <a:ln w="38100"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文本框 86"/>
          <p:cNvSpPr txBox="1"/>
          <p:nvPr/>
        </p:nvSpPr>
        <p:spPr>
          <a:xfrm>
            <a:off x="5162003" y="1121872"/>
            <a:ext cx="1573160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/>
              <a:t>Self-reflection</a:t>
            </a:r>
            <a:endParaRPr lang="zh-CN" altLang="en-US" sz="1549"/>
          </a:p>
        </p:txBody>
      </p:sp>
      <p:grpSp>
        <p:nvGrpSpPr>
          <p:cNvPr id="11" name="组合 10"/>
          <p:cNvGrpSpPr/>
          <p:nvPr/>
        </p:nvGrpSpPr>
        <p:grpSpPr>
          <a:xfrm>
            <a:off x="356886" y="2666237"/>
            <a:ext cx="2604352" cy="665917"/>
            <a:chOff x="2233802" y="4606771"/>
            <a:chExt cx="4373138" cy="907416"/>
          </a:xfrm>
        </p:grpSpPr>
        <p:sp>
          <p:nvSpPr>
            <p:cNvPr id="9" name="矩形: 圆角 8"/>
            <p:cNvSpPr/>
            <p:nvPr/>
          </p:nvSpPr>
          <p:spPr>
            <a:xfrm>
              <a:off x="2233802" y="4606771"/>
              <a:ext cx="4104283" cy="90741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72"/>
            </a:p>
          </p:txBody>
        </p:sp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8921" y="4725419"/>
              <a:ext cx="649998" cy="624999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2420147" y="4679168"/>
              <a:ext cx="4186793" cy="775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49" dirty="0"/>
                <a:t>Evidence-guided</a:t>
              </a:r>
            </a:p>
            <a:p>
              <a:pPr algn="ctr"/>
              <a:r>
                <a:rPr lang="en-US" altLang="zh-CN" sz="1549" dirty="0"/>
                <a:t>Schema Filter Agent</a:t>
              </a:r>
              <a:endParaRPr lang="zh-CN" altLang="en-US" sz="1549" dirty="0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372969" y="3638535"/>
            <a:ext cx="2569818" cy="665917"/>
            <a:chOff x="2300759" y="6942753"/>
            <a:chExt cx="4315152" cy="907416"/>
          </a:xfrm>
        </p:grpSpPr>
        <p:sp>
          <p:nvSpPr>
            <p:cNvPr id="23" name="矩形: 圆角 22"/>
            <p:cNvSpPr/>
            <p:nvPr/>
          </p:nvSpPr>
          <p:spPr>
            <a:xfrm>
              <a:off x="2300759" y="6942753"/>
              <a:ext cx="4077278" cy="907416"/>
            </a:xfrm>
            <a:prstGeom prst="round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72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3147443" y="7002580"/>
              <a:ext cx="3468468" cy="7755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49" dirty="0"/>
                <a:t>Initial SQL Builder Agent</a:t>
              </a:r>
              <a:endParaRPr lang="zh-CN" altLang="en-US" sz="1549" dirty="0"/>
            </a:p>
          </p:txBody>
        </p:sp>
        <p:pic>
          <p:nvPicPr>
            <p:cNvPr id="29" name="图片 2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6561" y="7141187"/>
              <a:ext cx="514147" cy="514148"/>
            </a:xfrm>
            <a:prstGeom prst="rect">
              <a:avLst/>
            </a:prstGeom>
          </p:spPr>
        </p:pic>
      </p:grpSp>
      <p:cxnSp>
        <p:nvCxnSpPr>
          <p:cNvPr id="89" name="直接箭头连接符 88"/>
          <p:cNvCxnSpPr>
            <a:cxnSpLocks/>
            <a:stCxn id="39" idx="2"/>
            <a:endCxn id="41" idx="0"/>
          </p:cNvCxnSpPr>
          <p:nvPr/>
        </p:nvCxnSpPr>
        <p:spPr>
          <a:xfrm flipH="1">
            <a:off x="5012347" y="3149720"/>
            <a:ext cx="1278" cy="25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连接符: 肘形 92"/>
          <p:cNvCxnSpPr>
            <a:cxnSpLocks/>
            <a:stCxn id="25" idx="3"/>
            <a:endCxn id="36" idx="1"/>
          </p:cNvCxnSpPr>
          <p:nvPr/>
        </p:nvCxnSpPr>
        <p:spPr>
          <a:xfrm flipV="1">
            <a:off x="2942787" y="2180234"/>
            <a:ext cx="890082" cy="178677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图片 1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8804" y="2063066"/>
            <a:ext cx="294504" cy="294504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8154" y="2719365"/>
            <a:ext cx="390556" cy="390556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73" y="3455151"/>
            <a:ext cx="357995" cy="357995"/>
          </a:xfrm>
          <a:prstGeom prst="rect">
            <a:avLst/>
          </a:prstGeom>
        </p:spPr>
      </p:pic>
      <p:sp>
        <p:nvSpPr>
          <p:cNvPr id="147" name="文本框 146"/>
          <p:cNvSpPr txBox="1"/>
          <p:nvPr/>
        </p:nvSpPr>
        <p:spPr>
          <a:xfrm>
            <a:off x="6428484" y="1736785"/>
            <a:ext cx="927189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 dirty="0"/>
              <a:t>Retrieval</a:t>
            </a:r>
            <a:endParaRPr lang="zh-CN" altLang="en-US" sz="1549" dirty="0"/>
          </a:p>
        </p:txBody>
      </p:sp>
      <p:sp>
        <p:nvSpPr>
          <p:cNvPr id="148" name="文本框 147"/>
          <p:cNvSpPr txBox="1"/>
          <p:nvPr/>
        </p:nvSpPr>
        <p:spPr>
          <a:xfrm>
            <a:off x="6481393" y="2180234"/>
            <a:ext cx="858349" cy="330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49" dirty="0"/>
              <a:t>Update</a:t>
            </a:r>
            <a:endParaRPr lang="zh-CN" altLang="en-US" sz="1549" dirty="0"/>
          </a:p>
        </p:txBody>
      </p:sp>
      <p:cxnSp>
        <p:nvCxnSpPr>
          <p:cNvPr id="150" name="连接符: 曲线 149"/>
          <p:cNvCxnSpPr>
            <a:cxnSpLocks/>
            <a:stCxn id="41" idx="1"/>
          </p:cNvCxnSpPr>
          <p:nvPr/>
        </p:nvCxnSpPr>
        <p:spPr>
          <a:xfrm rot="10800000">
            <a:off x="3500401" y="3062031"/>
            <a:ext cx="366657" cy="551298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文本框 151"/>
          <p:cNvSpPr txBox="1"/>
          <p:nvPr/>
        </p:nvSpPr>
        <p:spPr>
          <a:xfrm>
            <a:off x="3167728" y="2824392"/>
            <a:ext cx="868449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91"/>
              <a:t>Iteration</a:t>
            </a:r>
            <a:endParaRPr lang="zh-CN" altLang="en-US" sz="1191" dirty="0"/>
          </a:p>
        </p:txBody>
      </p:sp>
      <p:cxnSp>
        <p:nvCxnSpPr>
          <p:cNvPr id="2" name="连接符: 曲线 149"/>
          <p:cNvCxnSpPr>
            <a:cxnSpLocks/>
            <a:endCxn id="36" idx="1"/>
          </p:cNvCxnSpPr>
          <p:nvPr/>
        </p:nvCxnSpPr>
        <p:spPr>
          <a:xfrm rot="5400000" flipH="1" flipV="1">
            <a:off x="3389443" y="2277897"/>
            <a:ext cx="541086" cy="345762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8361574" y="1520637"/>
            <a:ext cx="20049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1" dirty="0"/>
              <a:t>Memory Engine</a:t>
            </a:r>
          </a:p>
        </p:txBody>
      </p:sp>
      <p:cxnSp>
        <p:nvCxnSpPr>
          <p:cNvPr id="14" name="连接符: 肘形 65"/>
          <p:cNvCxnSpPr>
            <a:cxnSpLocks/>
            <a:stCxn id="4" idx="3"/>
            <a:endCxn id="18" idx="0"/>
          </p:cNvCxnSpPr>
          <p:nvPr/>
        </p:nvCxnSpPr>
        <p:spPr>
          <a:xfrm>
            <a:off x="6401067" y="595962"/>
            <a:ext cx="2045213" cy="352936"/>
          </a:xfrm>
          <a:prstGeom prst="bentConnector2">
            <a:avLst/>
          </a:prstGeom>
          <a:ln w="38100"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7750715" y="948898"/>
            <a:ext cx="1391128" cy="2755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191" dirty="0"/>
              <a:t>Reflection</a:t>
            </a:r>
            <a:r>
              <a:rPr lang="zh-CN" altLang="en-US" sz="1191" dirty="0"/>
              <a:t> </a:t>
            </a:r>
            <a:r>
              <a:rPr lang="en-US" altLang="zh-CN" sz="1191" dirty="0"/>
              <a:t>Memory</a:t>
            </a:r>
            <a:endParaRPr lang="zh-CN" altLang="en-US" sz="1191" dirty="0"/>
          </a:p>
        </p:txBody>
      </p:sp>
      <p:grpSp>
        <p:nvGrpSpPr>
          <p:cNvPr id="37" name="组合 36"/>
          <p:cNvGrpSpPr/>
          <p:nvPr/>
        </p:nvGrpSpPr>
        <p:grpSpPr>
          <a:xfrm>
            <a:off x="7502520" y="2130205"/>
            <a:ext cx="1636056" cy="763409"/>
            <a:chOff x="13854504" y="4819320"/>
            <a:chExt cx="2747211" cy="1256170"/>
          </a:xfrm>
        </p:grpSpPr>
        <p:sp>
          <p:nvSpPr>
            <p:cNvPr id="33" name="文本框 32"/>
            <p:cNvSpPr txBox="1"/>
            <p:nvPr/>
          </p:nvSpPr>
          <p:spPr>
            <a:xfrm>
              <a:off x="13905462" y="5214545"/>
              <a:ext cx="2677996" cy="86094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Working Memory </a:t>
              </a:r>
            </a:p>
            <a:p>
              <a:pPr algn="ctr"/>
              <a:r>
                <a:rPr lang="en-US" altLang="zh-CN" sz="1400" dirty="0"/>
                <a:t>Engine</a:t>
              </a:r>
              <a:endParaRPr lang="zh-CN" altLang="en-US" sz="1400" dirty="0"/>
            </a:p>
          </p:txBody>
        </p:sp>
        <p:sp>
          <p:nvSpPr>
            <p:cNvPr id="28" name="流程图: 磁盘 31"/>
            <p:cNvSpPr/>
            <p:nvPr/>
          </p:nvSpPr>
          <p:spPr>
            <a:xfrm>
              <a:off x="13854504" y="4819320"/>
              <a:ext cx="2747211" cy="1226019"/>
            </a:xfrm>
            <a:prstGeom prst="flowChartMagneticDisk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72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9480949" y="2131793"/>
            <a:ext cx="1687606" cy="753641"/>
            <a:chOff x="16853572" y="4906729"/>
            <a:chExt cx="2747211" cy="1226020"/>
          </a:xfrm>
        </p:grpSpPr>
        <p:sp>
          <p:nvSpPr>
            <p:cNvPr id="27" name="文本框 26"/>
            <p:cNvSpPr txBox="1"/>
            <p:nvPr/>
          </p:nvSpPr>
          <p:spPr>
            <a:xfrm>
              <a:off x="16922789" y="5276832"/>
              <a:ext cx="2677994" cy="85117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dirty="0"/>
                <a:t>Auto-Evaluation</a:t>
              </a:r>
            </a:p>
            <a:p>
              <a:pPr algn="ctr"/>
              <a:r>
                <a:rPr lang="en-US" altLang="zh-CN" sz="1400" dirty="0"/>
                <a:t>Knowledge Base</a:t>
              </a:r>
              <a:endParaRPr lang="zh-CN" altLang="en-US" sz="1400" dirty="0"/>
            </a:p>
          </p:txBody>
        </p:sp>
        <p:sp>
          <p:nvSpPr>
            <p:cNvPr id="53" name="流程图: 磁盘 31"/>
            <p:cNvSpPr/>
            <p:nvPr/>
          </p:nvSpPr>
          <p:spPr>
            <a:xfrm>
              <a:off x="16853572" y="4906729"/>
              <a:ext cx="2747211" cy="1226020"/>
            </a:xfrm>
            <a:prstGeom prst="flowChartMagneticDisk">
              <a:avLst/>
            </a:prstGeom>
            <a:noFill/>
            <a:ln w="38100">
              <a:solidFill>
                <a:schemeClr val="accent4">
                  <a:lumMod val="75000"/>
                </a:schemeClr>
              </a:solidFill>
            </a:ln>
          </p:spPr>
          <p:style>
            <a:lnRef idx="2">
              <a:schemeClr val="accent6">
                <a:shade val="15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72" dirty="0"/>
            </a:p>
          </p:txBody>
        </p:sp>
      </p:grpSp>
      <p:sp>
        <p:nvSpPr>
          <p:cNvPr id="59" name="矩形: 圆角 58">
            <a:extLst>
              <a:ext uri="{FF2B5EF4-FFF2-40B4-BE49-F238E27FC236}">
                <a16:creationId xmlns:a16="http://schemas.microsoft.com/office/drawing/2014/main" id="{121F35EE-637C-772D-1DBE-497FDB5F0269}"/>
              </a:ext>
            </a:extLst>
          </p:cNvPr>
          <p:cNvSpPr/>
          <p:nvPr/>
        </p:nvSpPr>
        <p:spPr>
          <a:xfrm>
            <a:off x="6786804" y="3331393"/>
            <a:ext cx="4697254" cy="919790"/>
          </a:xfrm>
          <a:prstGeom prst="roundRect">
            <a:avLst/>
          </a:prstGeom>
          <a:solidFill>
            <a:schemeClr val="bg2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dirty="0"/>
          </a:p>
        </p:txBody>
      </p:sp>
      <p:sp>
        <p:nvSpPr>
          <p:cNvPr id="60" name="文本框 66">
            <a:extLst>
              <a:ext uri="{FF2B5EF4-FFF2-40B4-BE49-F238E27FC236}">
                <a16:creationId xmlns:a16="http://schemas.microsoft.com/office/drawing/2014/main" id="{65D8B62D-BBF4-85E9-A88E-F3BF90EDA507}"/>
              </a:ext>
            </a:extLst>
          </p:cNvPr>
          <p:cNvSpPr txBox="1"/>
          <p:nvPr/>
        </p:nvSpPr>
        <p:spPr>
          <a:xfrm>
            <a:off x="7629523" y="3318373"/>
            <a:ext cx="260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33"/>
            <a:r>
              <a:rPr lang="en-US" altLang="zh-CN" b="1"/>
              <a:t>Tool Infrastructure</a:t>
            </a:r>
            <a:endParaRPr lang="zh-CN" altLang="en-US" b="1" dirty="0"/>
          </a:p>
        </p:txBody>
      </p:sp>
      <p:sp>
        <p:nvSpPr>
          <p:cNvPr id="61" name="文本框 79">
            <a:extLst>
              <a:ext uri="{FF2B5EF4-FFF2-40B4-BE49-F238E27FC236}">
                <a16:creationId xmlns:a16="http://schemas.microsoft.com/office/drawing/2014/main" id="{A61518C6-26DD-1678-7CB5-A89390FA361E}"/>
              </a:ext>
            </a:extLst>
          </p:cNvPr>
          <p:cNvSpPr txBox="1"/>
          <p:nvPr/>
        </p:nvSpPr>
        <p:spPr>
          <a:xfrm>
            <a:off x="8485720" y="3646884"/>
            <a:ext cx="1844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SQL Execution &amp; </a:t>
            </a:r>
          </a:p>
          <a:p>
            <a:pPr algn="ctr"/>
            <a:r>
              <a:rPr lang="en-US" altLang="zh-CN" sz="1400"/>
              <a:t>Analysis </a:t>
            </a:r>
            <a:r>
              <a:rPr lang="en-US" altLang="zh-CN" sz="1400" dirty="0"/>
              <a:t>Engine</a:t>
            </a:r>
            <a:endParaRPr lang="zh-CN" altLang="en-US" sz="1400" dirty="0"/>
          </a:p>
        </p:txBody>
      </p:sp>
      <p:sp>
        <p:nvSpPr>
          <p:cNvPr id="63" name="文本框 80">
            <a:extLst>
              <a:ext uri="{FF2B5EF4-FFF2-40B4-BE49-F238E27FC236}">
                <a16:creationId xmlns:a16="http://schemas.microsoft.com/office/drawing/2014/main" id="{B7647D1A-D359-8A61-3CEA-59868295E6E7}"/>
              </a:ext>
            </a:extLst>
          </p:cNvPr>
          <p:cNvSpPr txBox="1"/>
          <p:nvPr/>
        </p:nvSpPr>
        <p:spPr>
          <a:xfrm>
            <a:off x="10263961" y="3738247"/>
            <a:ext cx="1104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RAG Engine</a:t>
            </a:r>
            <a:endParaRPr lang="zh-CN" altLang="en-US" sz="1400" dirty="0"/>
          </a:p>
        </p:txBody>
      </p: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2AF5A75F-367A-8943-0066-85B263FBBCD3}"/>
              </a:ext>
            </a:extLst>
          </p:cNvPr>
          <p:cNvSpPr/>
          <p:nvPr/>
        </p:nvSpPr>
        <p:spPr>
          <a:xfrm>
            <a:off x="6985640" y="3666033"/>
            <a:ext cx="1526619" cy="499719"/>
          </a:xfrm>
          <a:prstGeom prst="roundRect">
            <a:avLst/>
          </a:prstGeom>
          <a:noFill/>
          <a:ln w="28575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68" name="文本框 78">
            <a:extLst>
              <a:ext uri="{FF2B5EF4-FFF2-40B4-BE49-F238E27FC236}">
                <a16:creationId xmlns:a16="http://schemas.microsoft.com/office/drawing/2014/main" id="{20E84B07-4D15-86B6-8AC7-AF9226111372}"/>
              </a:ext>
            </a:extLst>
          </p:cNvPr>
          <p:cNvSpPr txBox="1"/>
          <p:nvPr/>
        </p:nvSpPr>
        <p:spPr>
          <a:xfrm>
            <a:off x="6744808" y="3651237"/>
            <a:ext cx="20190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1400" dirty="0"/>
              <a:t>Database Context</a:t>
            </a:r>
          </a:p>
          <a:p>
            <a:pPr algn="ctr"/>
            <a:r>
              <a:rPr lang="en-US" altLang="zh-CN" sz="1400" dirty="0"/>
              <a:t>Grounding Engine</a:t>
            </a:r>
            <a:endParaRPr lang="zh-CN" altLang="en-US" sz="1400" dirty="0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52B2608-9162-10DD-4DD7-029B3F86ED15}"/>
              </a:ext>
            </a:extLst>
          </p:cNvPr>
          <p:cNvSpPr/>
          <p:nvPr/>
        </p:nvSpPr>
        <p:spPr>
          <a:xfrm>
            <a:off x="8696256" y="3671342"/>
            <a:ext cx="1514917" cy="498762"/>
          </a:xfrm>
          <a:prstGeom prst="roundRect">
            <a:avLst/>
          </a:prstGeom>
          <a:noFill/>
          <a:ln w="28575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C850C4D2-39DE-DC02-BD28-97E7B40E60C1}"/>
              </a:ext>
            </a:extLst>
          </p:cNvPr>
          <p:cNvSpPr/>
          <p:nvPr/>
        </p:nvSpPr>
        <p:spPr>
          <a:xfrm>
            <a:off x="10304514" y="3651237"/>
            <a:ext cx="993565" cy="452792"/>
          </a:xfrm>
          <a:prstGeom prst="roundRect">
            <a:avLst/>
          </a:prstGeom>
          <a:noFill/>
          <a:ln w="28575">
            <a:solidFill>
              <a:srgbClr val="7F7F7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cxnSp>
        <p:nvCxnSpPr>
          <p:cNvPr id="79" name="直接箭头连接符 78">
            <a:extLst>
              <a:ext uri="{FF2B5EF4-FFF2-40B4-BE49-F238E27FC236}">
                <a16:creationId xmlns:a16="http://schemas.microsoft.com/office/drawing/2014/main" id="{DBFAB72E-1F6A-90AC-3369-7C40AE22EB29}"/>
              </a:ext>
            </a:extLst>
          </p:cNvPr>
          <p:cNvCxnSpPr>
            <a:cxnSpLocks/>
          </p:cNvCxnSpPr>
          <p:nvPr/>
        </p:nvCxnSpPr>
        <p:spPr>
          <a:xfrm>
            <a:off x="5006490" y="2448766"/>
            <a:ext cx="3904" cy="232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文本框 97">
            <a:extLst>
              <a:ext uri="{FF2B5EF4-FFF2-40B4-BE49-F238E27FC236}">
                <a16:creationId xmlns:a16="http://schemas.microsoft.com/office/drawing/2014/main" id="{D7827FB8-66BB-1737-3E01-30884D46D475}"/>
              </a:ext>
            </a:extLst>
          </p:cNvPr>
          <p:cNvSpPr txBox="1"/>
          <p:nvPr/>
        </p:nvSpPr>
        <p:spPr>
          <a:xfrm>
            <a:off x="372969" y="1988239"/>
            <a:ext cx="1112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NL Query</a:t>
            </a:r>
            <a:endParaRPr lang="zh-CN" altLang="en-US" dirty="0"/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id="{F5D48913-3C95-B5AD-CB5F-962DFE988B8A}"/>
              </a:ext>
            </a:extLst>
          </p:cNvPr>
          <p:cNvSpPr txBox="1"/>
          <p:nvPr/>
        </p:nvSpPr>
        <p:spPr>
          <a:xfrm>
            <a:off x="1561534" y="1988239"/>
            <a:ext cx="1112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/>
              <a:t>Database</a:t>
            </a:r>
            <a:endParaRPr lang="zh-CN" altLang="en-US" dirty="0"/>
          </a:p>
        </p:txBody>
      </p: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CC534B09-2031-21E7-1187-8BEFE0B072F3}"/>
              </a:ext>
            </a:extLst>
          </p:cNvPr>
          <p:cNvCxnSpPr>
            <a:cxnSpLocks/>
          </p:cNvCxnSpPr>
          <p:nvPr/>
        </p:nvCxnSpPr>
        <p:spPr>
          <a:xfrm flipH="1">
            <a:off x="5012986" y="3848279"/>
            <a:ext cx="1278" cy="25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8DC1D11D-7053-6219-9C9C-3D50D953121F}"/>
              </a:ext>
            </a:extLst>
          </p:cNvPr>
          <p:cNvCxnSpPr>
            <a:cxnSpLocks/>
          </p:cNvCxnSpPr>
          <p:nvPr/>
        </p:nvCxnSpPr>
        <p:spPr>
          <a:xfrm flipH="1">
            <a:off x="943533" y="2347588"/>
            <a:ext cx="1278" cy="25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>
            <a:extLst>
              <a:ext uri="{FF2B5EF4-FFF2-40B4-BE49-F238E27FC236}">
                <a16:creationId xmlns:a16="http://schemas.microsoft.com/office/drawing/2014/main" id="{F3FDE12C-C7BC-00FC-E2AB-E5FDB3D75918}"/>
              </a:ext>
            </a:extLst>
          </p:cNvPr>
          <p:cNvCxnSpPr>
            <a:cxnSpLocks/>
          </p:cNvCxnSpPr>
          <p:nvPr/>
        </p:nvCxnSpPr>
        <p:spPr>
          <a:xfrm flipH="1">
            <a:off x="2095157" y="2358387"/>
            <a:ext cx="1278" cy="25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A2444F49-0114-B1EB-9D2B-B41A5841B767}"/>
              </a:ext>
            </a:extLst>
          </p:cNvPr>
          <p:cNvCxnSpPr>
            <a:cxnSpLocks/>
          </p:cNvCxnSpPr>
          <p:nvPr/>
        </p:nvCxnSpPr>
        <p:spPr>
          <a:xfrm flipH="1">
            <a:off x="1555346" y="3347044"/>
            <a:ext cx="1278" cy="255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BA2BA06F-2B38-FB90-8BFC-0EEB7B888A94}"/>
              </a:ext>
            </a:extLst>
          </p:cNvPr>
          <p:cNvSpPr txBox="1"/>
          <p:nvPr/>
        </p:nvSpPr>
        <p:spPr>
          <a:xfrm>
            <a:off x="9193710" y="4346570"/>
            <a:ext cx="1248096" cy="3307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549"/>
              <a:t>Tool Access</a:t>
            </a:r>
            <a:endParaRPr lang="zh-CN" altLang="en-US" sz="1549"/>
          </a:p>
        </p:txBody>
      </p:sp>
      <p:cxnSp>
        <p:nvCxnSpPr>
          <p:cNvPr id="112" name="连接符: 肘形 111">
            <a:extLst>
              <a:ext uri="{FF2B5EF4-FFF2-40B4-BE49-F238E27FC236}">
                <a16:creationId xmlns:a16="http://schemas.microsoft.com/office/drawing/2014/main" id="{2C630C7E-D5F0-FA9C-7142-FE50C29F680B}"/>
              </a:ext>
            </a:extLst>
          </p:cNvPr>
          <p:cNvCxnSpPr>
            <a:stCxn id="59" idx="2"/>
            <a:endCxn id="31" idx="2"/>
          </p:cNvCxnSpPr>
          <p:nvPr/>
        </p:nvCxnSpPr>
        <p:spPr>
          <a:xfrm rot="5400000">
            <a:off x="5290735" y="597259"/>
            <a:ext cx="190773" cy="7498625"/>
          </a:xfrm>
          <a:prstGeom prst="bentConnector3">
            <a:avLst>
              <a:gd name="adj1" fmla="val 219828"/>
            </a:avLst>
          </a:prstGeom>
          <a:ln w="38100">
            <a:solidFill>
              <a:srgbClr val="7030A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连接符: 肘形 113">
            <a:extLst>
              <a:ext uri="{FF2B5EF4-FFF2-40B4-BE49-F238E27FC236}">
                <a16:creationId xmlns:a16="http://schemas.microsoft.com/office/drawing/2014/main" id="{0E0AC376-8777-3B8B-E480-42AAD5C9F0B3}"/>
              </a:ext>
            </a:extLst>
          </p:cNvPr>
          <p:cNvCxnSpPr>
            <a:stCxn id="59" idx="2"/>
            <a:endCxn id="35" idx="2"/>
          </p:cNvCxnSpPr>
          <p:nvPr/>
        </p:nvCxnSpPr>
        <p:spPr>
          <a:xfrm rot="5400000">
            <a:off x="6967973" y="2256435"/>
            <a:ext cx="172710" cy="4162206"/>
          </a:xfrm>
          <a:prstGeom prst="bentConnector3">
            <a:avLst>
              <a:gd name="adj1" fmla="val 243547"/>
            </a:avLst>
          </a:prstGeom>
          <a:ln w="38100">
            <a:solidFill>
              <a:srgbClr val="7030A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923C7FFA-2109-FF83-4BB9-AD8A48642270}"/>
              </a:ext>
            </a:extLst>
          </p:cNvPr>
          <p:cNvCxnSpPr>
            <a:cxnSpLocks/>
          </p:cNvCxnSpPr>
          <p:nvPr/>
        </p:nvCxnSpPr>
        <p:spPr>
          <a:xfrm flipH="1">
            <a:off x="6451342" y="2130205"/>
            <a:ext cx="849339" cy="0"/>
          </a:xfrm>
          <a:prstGeom prst="straightConnector1">
            <a:avLst/>
          </a:prstGeom>
          <a:ln w="38100">
            <a:solidFill>
              <a:srgbClr val="7030A0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主题7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7" id="{0BE4D29C-6B7D-407A-9DF0-E6AB1953E286}" vid="{52A4F740-BC0E-40C9-AE95-8202A083450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主题7</Template>
  <TotalTime>51</TotalTime>
  <Words>72</Words>
  <Application>Microsoft Office PowerPoint</Application>
  <PresentationFormat>自定义</PresentationFormat>
  <Paragraphs>35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Arial</vt:lpstr>
      <vt:lpstr>Calibri</vt:lpstr>
      <vt:lpstr>主题7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 lin</dc:creator>
  <cp:lastModifiedBy>li lin</cp:lastModifiedBy>
  <cp:revision>20</cp:revision>
  <dcterms:created xsi:type="dcterms:W3CDTF">2023-08-09T12:44:00Z</dcterms:created>
  <dcterms:modified xsi:type="dcterms:W3CDTF">2026-06-30T10:22:13Z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2052-12.1.0.21915</vt:lpwstr>
  </property>
</Properties>
</file>